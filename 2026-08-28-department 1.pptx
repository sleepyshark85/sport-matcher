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6"/>
  </p:sldMasterIdLst>
  <p:notesMasterIdLst>
    <p:notesMasterId r:id="rId26"/>
  </p:notesMasterIdLst>
  <p:handoutMasterIdLst>
    <p:handoutMasterId r:id="rId27"/>
  </p:handout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e - Resource pages" id="{19F6995A-0FF4-1842-848C-8C4D860D4604}">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Lst>
        </p14:section>
        <p14:section name="Example slides" id="{F41ED794-CAAB-A549-BA2A-E06FD019DB4D}">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4FB504-188C-0200-12D9-B0C47AC6ACF4}" name="Roman Rogozhnikov" initials="" userId="S::roman.rogozhnikov@viedoc.com::f58cd992-69d8-420a-9d00-dbbe1bb1b5c4" providerId="AD"/>
  <p188:author id="{B89EC32B-D160-2D05-ECCC-CAA542376E25}" name="James Muehr" initials="JM" userId="S::james.muehr@viedoc.com::11f0ad58-cc55-46c0-b4bd-53802bc7e82a" providerId="AD"/>
  <p188:author id="{4A777A55-7748-C8F0-D42D-5B5690AAD88F}" name="Greg Tullo" initials="GT" userId="S::greg.tullo@viedoc.com::569f4a9d-dacc-40cf-aae1-670fc6f1dadf" providerId="AD"/>
  <p188:author id="{250B1F74-4654-EB14-ECDD-0C3D8A39ECF2}" name="Elin Weiring" initials="EW" userId="S::elin.weiring@4h.se::b4b460e0-9a26-46e4-a5f5-87c49f74b16e" providerId="AD"/>
  <p188:author id="{B6BACD93-DCEC-2B42-FACF-2C24DFE72AAA}" name="Elin Weiring" initials="EW" userId="S::elin.weiring@viedoc.com::c145b527-dcec-4604-bd34-bd5ae4a8d950" providerId="AD"/>
  <p188:author id="{42C107A3-13BC-0FF9-29F8-23264A8D32AD}" name="Johannes Molin" initials="JM" userId="S::johannes@pcg-solutions.com::8f1bbb51-233d-4a7d-b9a3-dc12a66d7f97" providerId="AD"/>
  <p188:author id="{7A1A03A4-1126-F991-03D7-94D029B49ADA}" name="Bob Egner" initials="BE" userId="S::bob.egner@viedoc.com::cde46c5b-ec06-478f-8a95-0450a7669bec" providerId="AD"/>
  <p188:author id="{2E2871AA-E6E2-4ABD-B58A-6DBB7662047C}" name="Axel Stael von Holstein" initials="AH" userId="S::axel@viedoc.com::38f19c99-5416-4ea3-af44-f23c30f889a2" providerId="AD"/>
  <p188:author id="{8B9830DA-6823-CFDF-56F6-94FA9CB490E5}" name="Elin Berner-Wik" initials="EB" userId="S::elin.berner-wik@viedoc.com::9c02b55f-5e8e-42d2-8c88-5c7ae454bc3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67676"/>
    <a:srgbClr val="E3E3E3"/>
    <a:srgbClr val="ECECEC"/>
    <a:srgbClr val="1C1C1E"/>
    <a:srgbClr val="363639"/>
    <a:srgbClr val="ADE4B5"/>
    <a:srgbClr val="7FBEEB"/>
    <a:srgbClr val="FDB2FF"/>
    <a:srgbClr val="A85079"/>
    <a:srgbClr val="F3E5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596F61-651A-493E-8D63-CBDE3F951376}" v="2" dt="2026-08-31T11:10:19.042"/>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216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DC5FCB-EEB9-B2F5-0BF7-63485C6086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a:extLst>
              <a:ext uri="{FF2B5EF4-FFF2-40B4-BE49-F238E27FC236}">
                <a16:creationId xmlns:a16="http://schemas.microsoft.com/office/drawing/2014/main" id="{7C5AC122-844C-A274-D058-9E26D6B17DE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A9F0BE-3131-4EF9-AB67-423056736026}" type="datetimeFigureOut">
              <a:rPr lang="en-SE" smtClean="0"/>
              <a:t>10/08/2026</a:t>
            </a:fld>
            <a:endParaRPr lang="en-SE"/>
          </a:p>
        </p:txBody>
      </p:sp>
      <p:sp>
        <p:nvSpPr>
          <p:cNvPr id="4" name="Footer Placeholder 3">
            <a:extLst>
              <a:ext uri="{FF2B5EF4-FFF2-40B4-BE49-F238E27FC236}">
                <a16:creationId xmlns:a16="http://schemas.microsoft.com/office/drawing/2014/main" id="{789DC849-CFC1-9271-DCEC-3A2E12121EF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5" name="Slide Number Placeholder 4">
            <a:extLst>
              <a:ext uri="{FF2B5EF4-FFF2-40B4-BE49-F238E27FC236}">
                <a16:creationId xmlns:a16="http://schemas.microsoft.com/office/drawing/2014/main" id="{A6CD4608-2BAC-165D-64F6-86AF170BFCD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9DCA58-C2BE-4222-9F43-A3E53E286A10}" type="slidenum">
              <a:rPr lang="en-SE" smtClean="0"/>
              <a:t>‹#›</a:t>
            </a:fld>
            <a:endParaRPr lang="en-SE"/>
          </a:p>
        </p:txBody>
      </p:sp>
    </p:spTree>
    <p:extLst>
      <p:ext uri="{BB962C8B-B14F-4D97-AF65-F5344CB8AC3E}">
        <p14:creationId xmlns:p14="http://schemas.microsoft.com/office/powerpoint/2010/main" val="1588534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9E7AF-E12E-4995-A44B-1F948DA244C7}" type="datetimeFigureOut">
              <a:rPr lang="en-SE" smtClean="0"/>
              <a:t>10/08/2026</a:t>
            </a:fld>
            <a:endParaRPr lang="en-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1D8DC-8D72-4333-8FEC-6E9DCE0223E2}" type="slidenum">
              <a:rPr lang="en-SE" smtClean="0"/>
              <a:t>‹#›</a:t>
            </a:fld>
            <a:endParaRPr lang="en-SE"/>
          </a:p>
        </p:txBody>
      </p:sp>
    </p:spTree>
    <p:extLst>
      <p:ext uri="{BB962C8B-B14F-4D97-AF65-F5344CB8AC3E}">
        <p14:creationId xmlns:p14="http://schemas.microsoft.com/office/powerpoint/2010/main" val="2455526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Hour has one job: people leave having put their name on something. Don't re-read Monday's Teams post — the dates and the link went out there already.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room first. Most of what we know came out of that shaping day, and a lot of it wasn't written down anywhere.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Have the shared line open in a browser tab and show it. Don't walk it step by step — the invite promised a quick pass.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24 hours is a capability, not a promise to ship that way. Staggering regions afterwards is a product decision. The prize is not only hotfixes — 183 of 201 activities are manual today and that is what changes. On the baseline: no release has ever been timed against this clock, so 4.96 gets stamped at every step in week 1. If asked 'can we not release until November': 4.96 goes out first week of September, and hotfixes go whenever they need to.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read the boxes out. Each box is a phase, with the environment underneath it. Three things to land: qualification is part of deploying, the loop closes, and the release label is the only input anything downstream takes.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things. The one people push back on is three blocks on slots: an application can't assume everything around it moved at the same time. Oscar is taking breaking changes to the tech leads as a question, not a rule.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Rule 1 is the answer to 'what if you break the release'. The repository is Delivery — it exists and the four documents are in it. Nothing changes on 1 September: we build beside the current process, and the old path stays live until a real release has gone out on the new 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are open. Don't dwell here — this is set-up for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slide to stop on. Read the six, then stop talking and let people volunteer. Expect more teams than boxes; say where the surplus goes before anyone asks.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part that changes everyone's day, so say it plainly. 1b does change how work reaches main — the merge becomes the last thing you do. Stream 14 is new: nobody owned the package contract itself, only the pipelines that consume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milestones, five drills, dates set. Dev Days sit between M3 and M4.</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eight weeks with every stream on it. Preliminary — six have no owner and nobody has committed to a date. Two things to point at: the coral bars are the ones that need a name today, and stream 6 starts in week 2 because stream 13 walks its five documents first.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this one. It is the slide that stops people assuming their thing is in scope. Regression is the biggest cost line and it is deliberately out.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answers the question somebody always asks. Say out loud that nothing here is decided — it is where the conversation got to on day 4, not a plan. Card four is the orchestrator, and requiring an agent in a regulated process was argued against.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Take names in the room. Ask 4 is the plan itself — PLAN.md section 3 for your stream, section 4 for what's out. The other three documents are reference. Then: work starts Tuesday.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floor. If the six did not all get taken on slide 11, this is the second and last chance to ask in the room.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image" Target="../media/image4.emf"/><Relationship Id="rId1" Type="http://schemas.openxmlformats.org/officeDocument/2006/relationships/slideMaster" Target="../slideMasters/slideMaster1.xml"/><Relationship Id="rId6" Type="http://schemas.openxmlformats.org/officeDocument/2006/relationships/image" Target="../media/image8.emf"/><Relationship Id="rId11" Type="http://schemas.openxmlformats.org/officeDocument/2006/relationships/image" Target="../media/image13.emf"/><Relationship Id="rId5" Type="http://schemas.openxmlformats.org/officeDocument/2006/relationships/image" Target="../media/image7.emf"/><Relationship Id="rId10" Type="http://schemas.openxmlformats.org/officeDocument/2006/relationships/image" Target="../media/image12.png"/><Relationship Id="rId4" Type="http://schemas.openxmlformats.org/officeDocument/2006/relationships/image" Target="../media/image6.emf"/><Relationship Id="rId9" Type="http://schemas.openxmlformats.org/officeDocument/2006/relationships/image" Target="../media/image11.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1"/>
        </a:solidFill>
        <a:effectLst/>
      </p:bgPr>
    </p:bg>
    <p:spTree>
      <p:nvGrpSpPr>
        <p:cNvPr id="1" name=""/>
        <p:cNvGrpSpPr/>
        <p:nvPr/>
      </p:nvGrpSpPr>
      <p:grpSpPr>
        <a:xfrm>
          <a:off x="0" y="0"/>
          <a:ext cx="0" cy="0"/>
          <a:chOff x="0" y="0"/>
          <a:chExt cx="0" cy="0"/>
        </a:xfrm>
      </p:grpSpPr>
      <p:sp>
        <p:nvSpPr>
          <p:cNvPr id="24" name="Subtitle 2">
            <a:extLst>
              <a:ext uri="{FF2B5EF4-FFF2-40B4-BE49-F238E27FC236}">
                <a16:creationId xmlns:a16="http://schemas.microsoft.com/office/drawing/2014/main" id="{804553DF-DE57-6859-0094-BE3E49E29C78}"/>
              </a:ext>
            </a:extLst>
          </p:cNvPr>
          <p:cNvSpPr>
            <a:spLocks noGrp="1"/>
          </p:cNvSpPr>
          <p:nvPr>
            <p:ph type="subTitle" idx="1" hasCustomPrompt="1"/>
          </p:nvPr>
        </p:nvSpPr>
        <p:spPr>
          <a:xfrm>
            <a:off x="340583" y="3115262"/>
            <a:ext cx="11516782" cy="1444918"/>
          </a:xfrm>
          <a:prstGeom prst="rect">
            <a:avLst/>
          </a:prstGeom>
        </p:spPr>
        <p:txBody>
          <a:bodyPr>
            <a:normAutofit/>
          </a:bodyPr>
          <a:lstStyle>
            <a:lvl1pPr marL="0" indent="0" algn="l">
              <a:buNone/>
              <a:defRPr sz="4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Name of presentation title</a:t>
            </a:r>
          </a:p>
        </p:txBody>
      </p:sp>
      <p:sp>
        <p:nvSpPr>
          <p:cNvPr id="34" name="Text Placeholder 30">
            <a:extLst>
              <a:ext uri="{FF2B5EF4-FFF2-40B4-BE49-F238E27FC236}">
                <a16:creationId xmlns:a16="http://schemas.microsoft.com/office/drawing/2014/main" id="{50DF1730-D384-710B-2E36-BF45A3AF526A}"/>
              </a:ext>
            </a:extLst>
          </p:cNvPr>
          <p:cNvSpPr>
            <a:spLocks noGrp="1"/>
          </p:cNvSpPr>
          <p:nvPr>
            <p:ph type="body" sz="quarter" idx="12" hasCustomPrompt="1"/>
          </p:nvPr>
        </p:nvSpPr>
        <p:spPr>
          <a:xfrm>
            <a:off x="334634" y="5501899"/>
            <a:ext cx="3744913" cy="273287"/>
          </a:xfrm>
          <a:prstGeom prst="rect">
            <a:avLst/>
          </a:prstGeom>
        </p:spPr>
        <p:txBody>
          <a:bodyPr>
            <a:normAutofit/>
          </a:bodyPr>
          <a:lstStyle>
            <a:lvl1pPr marL="0" indent="0">
              <a:buNone/>
              <a:defRPr sz="1400">
                <a:solidFill>
                  <a:schemeClr val="bg1"/>
                </a:solidFill>
              </a:defRPr>
            </a:lvl1pPr>
          </a:lstStyle>
          <a:p>
            <a:pPr lvl="0"/>
            <a:r>
              <a:rPr lang="en-GB"/>
              <a:t>Name Surname</a:t>
            </a:r>
            <a:endParaRPr lang="en-SE"/>
          </a:p>
        </p:txBody>
      </p:sp>
      <p:sp>
        <p:nvSpPr>
          <p:cNvPr id="35" name="Text Placeholder 30">
            <a:extLst>
              <a:ext uri="{FF2B5EF4-FFF2-40B4-BE49-F238E27FC236}">
                <a16:creationId xmlns:a16="http://schemas.microsoft.com/office/drawing/2014/main" id="{08457754-5DF7-1310-F428-F7869F17A558}"/>
              </a:ext>
            </a:extLst>
          </p:cNvPr>
          <p:cNvSpPr>
            <a:spLocks noGrp="1"/>
          </p:cNvSpPr>
          <p:nvPr>
            <p:ph type="body" sz="quarter" idx="13" hasCustomPrompt="1"/>
          </p:nvPr>
        </p:nvSpPr>
        <p:spPr>
          <a:xfrm>
            <a:off x="342211" y="5786059"/>
            <a:ext cx="3744913" cy="273287"/>
          </a:xfrm>
          <a:prstGeom prst="rect">
            <a:avLst/>
          </a:prstGeom>
        </p:spPr>
        <p:txBody>
          <a:bodyPr>
            <a:noAutofit/>
          </a:bodyPr>
          <a:lstStyle>
            <a:lvl1pPr marL="0" indent="0">
              <a:buNone/>
              <a:defRPr sz="1400">
                <a:solidFill>
                  <a:schemeClr val="bg1"/>
                </a:solidFill>
              </a:defRPr>
            </a:lvl1pPr>
          </a:lstStyle>
          <a:p>
            <a:pPr lvl="0"/>
            <a:r>
              <a:rPr lang="en-GB"/>
              <a:t>Title</a:t>
            </a:r>
            <a:endParaRPr lang="en-SE"/>
          </a:p>
        </p:txBody>
      </p:sp>
      <p:sp>
        <p:nvSpPr>
          <p:cNvPr id="36" name="Text Placeholder 30">
            <a:extLst>
              <a:ext uri="{FF2B5EF4-FFF2-40B4-BE49-F238E27FC236}">
                <a16:creationId xmlns:a16="http://schemas.microsoft.com/office/drawing/2014/main" id="{20CFABE0-6FBF-AA4D-6054-0B5E42BC0518}"/>
              </a:ext>
            </a:extLst>
          </p:cNvPr>
          <p:cNvSpPr>
            <a:spLocks noGrp="1"/>
          </p:cNvSpPr>
          <p:nvPr>
            <p:ph type="body" sz="quarter" idx="14" hasCustomPrompt="1"/>
          </p:nvPr>
        </p:nvSpPr>
        <p:spPr>
          <a:xfrm>
            <a:off x="342211" y="6081092"/>
            <a:ext cx="3744913" cy="273287"/>
          </a:xfrm>
          <a:prstGeom prst="rect">
            <a:avLst/>
          </a:prstGeom>
        </p:spPr>
        <p:txBody>
          <a:bodyPr>
            <a:noAutofit/>
          </a:bodyPr>
          <a:lstStyle>
            <a:lvl1pPr marL="0" indent="0">
              <a:buNone/>
              <a:defRPr sz="1400">
                <a:solidFill>
                  <a:schemeClr val="bg1"/>
                </a:solidFill>
              </a:defRPr>
            </a:lvl1pPr>
          </a:lstStyle>
          <a:p>
            <a:pPr lvl="0"/>
            <a:r>
              <a:rPr lang="en-GB"/>
              <a:t>Email</a:t>
            </a:r>
            <a:endParaRPr lang="en-SE"/>
          </a:p>
        </p:txBody>
      </p:sp>
      <p:pic>
        <p:nvPicPr>
          <p:cNvPr id="4" name="Graphic 3">
            <a:extLst>
              <a:ext uri="{FF2B5EF4-FFF2-40B4-BE49-F238E27FC236}">
                <a16:creationId xmlns:a16="http://schemas.microsoft.com/office/drawing/2014/main" id="{ADBECDAB-5549-2AE3-C1E6-13FF3A0A0F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4101" y="504680"/>
            <a:ext cx="1363526" cy="409776"/>
          </a:xfrm>
          <a:prstGeom prst="rect">
            <a:avLst/>
          </a:prstGeom>
        </p:spPr>
      </p:pic>
      <p:sp>
        <p:nvSpPr>
          <p:cNvPr id="6" name="Text Placeholder 30">
            <a:extLst>
              <a:ext uri="{FF2B5EF4-FFF2-40B4-BE49-F238E27FC236}">
                <a16:creationId xmlns:a16="http://schemas.microsoft.com/office/drawing/2014/main" id="{C0629962-1A50-4BB8-678C-FB92F7AFFF1D}"/>
              </a:ext>
            </a:extLst>
          </p:cNvPr>
          <p:cNvSpPr>
            <a:spLocks noGrp="1"/>
          </p:cNvSpPr>
          <p:nvPr>
            <p:ph type="body" sz="quarter" idx="15" hasCustomPrompt="1"/>
          </p:nvPr>
        </p:nvSpPr>
        <p:spPr>
          <a:xfrm>
            <a:off x="4094701" y="6081092"/>
            <a:ext cx="3744913" cy="273287"/>
          </a:xfrm>
          <a:prstGeom prst="rect">
            <a:avLst/>
          </a:prstGeom>
        </p:spPr>
        <p:txBody>
          <a:bodyPr>
            <a:noAutofit/>
          </a:bodyPr>
          <a:lstStyle>
            <a:lvl1pPr marL="0" indent="0">
              <a:buNone/>
              <a:defRPr sz="1400">
                <a:solidFill>
                  <a:schemeClr val="bg1"/>
                </a:solidFill>
              </a:defRPr>
            </a:lvl1pPr>
          </a:lstStyle>
          <a:p>
            <a:pPr lvl="0"/>
            <a:r>
              <a:rPr lang="en-GB"/>
              <a:t>Date</a:t>
            </a:r>
            <a:endParaRPr lang="en-SE"/>
          </a:p>
        </p:txBody>
      </p:sp>
      <p:sp>
        <p:nvSpPr>
          <p:cNvPr id="7" name="Text Placeholder 30">
            <a:extLst>
              <a:ext uri="{FF2B5EF4-FFF2-40B4-BE49-F238E27FC236}">
                <a16:creationId xmlns:a16="http://schemas.microsoft.com/office/drawing/2014/main" id="{FE4D01CD-AD87-27DF-6816-02AE2D8C10FF}"/>
              </a:ext>
            </a:extLst>
          </p:cNvPr>
          <p:cNvSpPr>
            <a:spLocks noGrp="1"/>
          </p:cNvSpPr>
          <p:nvPr>
            <p:ph type="body" sz="quarter" idx="21" hasCustomPrompt="1"/>
          </p:nvPr>
        </p:nvSpPr>
        <p:spPr>
          <a:xfrm>
            <a:off x="4094701" y="5790671"/>
            <a:ext cx="3744913" cy="273287"/>
          </a:xfrm>
          <a:prstGeom prst="rect">
            <a:avLst/>
          </a:prstGeom>
        </p:spPr>
        <p:txBody>
          <a:bodyPr>
            <a:noAutofit/>
          </a:bodyPr>
          <a:lstStyle>
            <a:lvl1pPr marL="0" indent="0">
              <a:buNone/>
              <a:defRPr sz="1400">
                <a:solidFill>
                  <a:schemeClr val="bg1"/>
                </a:solidFill>
              </a:defRPr>
            </a:lvl1pPr>
          </a:lstStyle>
          <a:p>
            <a:pPr lvl="0"/>
            <a:r>
              <a:rPr lang="en-GB"/>
              <a:t>Information security: Open/Close</a:t>
            </a:r>
            <a:endParaRPr lang="en-SE"/>
          </a:p>
        </p:txBody>
      </p:sp>
      <p:sp>
        <p:nvSpPr>
          <p:cNvPr id="5" name="Text Placeholder 4">
            <a:extLst>
              <a:ext uri="{FF2B5EF4-FFF2-40B4-BE49-F238E27FC236}">
                <a16:creationId xmlns:a16="http://schemas.microsoft.com/office/drawing/2014/main" id="{003D83FC-4F28-9C63-7A6A-E0C755D6ACAF}"/>
              </a:ext>
            </a:extLst>
          </p:cNvPr>
          <p:cNvSpPr>
            <a:spLocks noGrp="1"/>
          </p:cNvSpPr>
          <p:nvPr>
            <p:ph type="body" sz="quarter" idx="22" hasCustomPrompt="1"/>
          </p:nvPr>
        </p:nvSpPr>
        <p:spPr>
          <a:xfrm>
            <a:off x="334634" y="2739554"/>
            <a:ext cx="11522731" cy="347577"/>
          </a:xfrm>
          <a:prstGeom prst="rect">
            <a:avLst/>
          </a:prstGeom>
        </p:spPr>
        <p:txBody>
          <a:bodyPr>
            <a:noAutofit/>
          </a:bodyPr>
          <a:lstStyle>
            <a:lvl1pPr>
              <a:buNone/>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Placeholder introduction text</a:t>
            </a:r>
          </a:p>
        </p:txBody>
      </p:sp>
      <p:pic>
        <p:nvPicPr>
          <p:cNvPr id="8" name="Picture 7" descr="A black and white background with white arrows&#10;&#10;AI-generated content may be incorrect.">
            <a:extLst>
              <a:ext uri="{FF2B5EF4-FFF2-40B4-BE49-F238E27FC236}">
                <a16:creationId xmlns:a16="http://schemas.microsoft.com/office/drawing/2014/main" id="{17000252-E6D2-16B2-50D4-9857491395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91009" y="5494369"/>
            <a:ext cx="658780" cy="848560"/>
          </a:xfrm>
          <a:prstGeom prst="rect">
            <a:avLst/>
          </a:prstGeom>
        </p:spPr>
      </p:pic>
      <p:sp>
        <p:nvSpPr>
          <p:cNvPr id="2" name="Picture Placeholder 4">
            <a:extLst>
              <a:ext uri="{FF2B5EF4-FFF2-40B4-BE49-F238E27FC236}">
                <a16:creationId xmlns:a16="http://schemas.microsoft.com/office/drawing/2014/main" id="{B4B5BD6B-B98B-0C68-CF3A-5D5DC7D80423}"/>
              </a:ext>
            </a:extLst>
          </p:cNvPr>
          <p:cNvSpPr>
            <a:spLocks noGrp="1"/>
          </p:cNvSpPr>
          <p:nvPr>
            <p:ph type="pic" sz="quarter" idx="18"/>
          </p:nvPr>
        </p:nvSpPr>
        <p:spPr>
          <a:xfrm>
            <a:off x="9702143" y="563777"/>
            <a:ext cx="2147646" cy="2147646"/>
          </a:xfrm>
          <a:prstGeom prst="roundRect">
            <a:avLst>
              <a:gd name="adj" fmla="val 3069"/>
            </a:avLst>
          </a:prstGeom>
        </p:spPr>
        <p:txBody>
          <a:bodyPr>
            <a:normAutofit/>
          </a:bodyPr>
          <a:lstStyle>
            <a:lvl1pPr marL="0" indent="0" algn="ctr">
              <a:buNone/>
              <a:defRPr sz="1800"/>
            </a:lvl1pPr>
          </a:lstStyle>
          <a:p>
            <a:r>
              <a:rPr lang="en-GB"/>
              <a:t>Click icon to add picture</a:t>
            </a:r>
            <a:endParaRPr lang="en-SE"/>
          </a:p>
        </p:txBody>
      </p:sp>
    </p:spTree>
    <p:extLst>
      <p:ext uri="{BB962C8B-B14F-4D97-AF65-F5344CB8AC3E}">
        <p14:creationId xmlns:p14="http://schemas.microsoft.com/office/powerpoint/2010/main" val="1615329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66050F72-022F-6025-6BBE-86EB6E481AC8}"/>
              </a:ext>
            </a:extLst>
          </p:cNvPr>
          <p:cNvSpPr txBox="1"/>
          <p:nvPr userDrawn="1"/>
        </p:nvSpPr>
        <p:spPr>
          <a:xfrm>
            <a:off x="335377" y="978905"/>
            <a:ext cx="11521659" cy="1015663"/>
          </a:xfrm>
          <a:prstGeom prst="rect">
            <a:avLst/>
          </a:prstGeom>
          <a:noFill/>
        </p:spPr>
        <p:txBody>
          <a:bodyPr wrap="square" rtlCol="0">
            <a:spAutoFit/>
          </a:bodyPr>
          <a:lstStyle/>
          <a:p>
            <a:r>
              <a:rPr lang="en-SE" sz="6000">
                <a:solidFill>
                  <a:schemeClr val="tx1"/>
                </a:solidFill>
                <a:latin typeface="Viedoc Monument Grotesk" panose="020B0504040202060203" pitchFamily="34" charset="0"/>
              </a:rPr>
              <a:t>Contents</a:t>
            </a:r>
          </a:p>
        </p:txBody>
      </p:sp>
      <p:sp>
        <p:nvSpPr>
          <p:cNvPr id="9" name="Text Placeholder 8">
            <a:extLst>
              <a:ext uri="{FF2B5EF4-FFF2-40B4-BE49-F238E27FC236}">
                <a16:creationId xmlns:a16="http://schemas.microsoft.com/office/drawing/2014/main" id="{628E4762-6FB7-BD58-D900-3617CA7BEA3F}"/>
              </a:ext>
            </a:extLst>
          </p:cNvPr>
          <p:cNvSpPr>
            <a:spLocks noGrp="1"/>
          </p:cNvSpPr>
          <p:nvPr>
            <p:ph type="body" sz="quarter" idx="10" hasCustomPrompt="1"/>
          </p:nvPr>
        </p:nvSpPr>
        <p:spPr>
          <a:xfrm>
            <a:off x="334962" y="2393593"/>
            <a:ext cx="11521659" cy="3913544"/>
          </a:xfrm>
          <a:prstGeom prst="rect">
            <a:avLst/>
          </a:prstGeom>
        </p:spPr>
        <p:txBody>
          <a:bodyPr/>
          <a:lstStyle>
            <a:lvl1pPr marL="514350" indent="-514350">
              <a:buSzPct val="100000"/>
              <a:buFont typeface="+mj-lt"/>
              <a:buAutoNum type="arabicPeriod"/>
              <a:defRPr sz="3200">
                <a:solidFill>
                  <a:schemeClr val="tx1"/>
                </a:solidFill>
              </a:defRPr>
            </a:lvl1pPr>
          </a:lstStyle>
          <a:p>
            <a:pPr lvl="0"/>
            <a:r>
              <a:rPr lang="en-US"/>
              <a:t>Section</a:t>
            </a:r>
          </a:p>
          <a:p>
            <a:pPr lvl="0"/>
            <a:r>
              <a:rPr lang="en-US"/>
              <a:t>Section</a:t>
            </a:r>
          </a:p>
          <a:p>
            <a:pPr lvl="0"/>
            <a:r>
              <a:rPr lang="en-US"/>
              <a:t>Section</a:t>
            </a:r>
          </a:p>
          <a:p>
            <a:pPr lvl="0"/>
            <a:r>
              <a:rPr lang="en-US"/>
              <a:t>Section</a:t>
            </a:r>
          </a:p>
          <a:p>
            <a:pPr lvl="0"/>
            <a:r>
              <a:rPr lang="en-US"/>
              <a:t>Section</a:t>
            </a:r>
          </a:p>
        </p:txBody>
      </p:sp>
    </p:spTree>
    <p:extLst>
      <p:ext uri="{BB962C8B-B14F-4D97-AF65-F5344CB8AC3E}">
        <p14:creationId xmlns:p14="http://schemas.microsoft.com/office/powerpoint/2010/main" val="1308678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_01">
    <p:bg>
      <p:bgPr>
        <a:gradFill>
          <a:gsLst>
            <a:gs pos="0">
              <a:srgbClr val="9298FF"/>
            </a:gs>
            <a:gs pos="100000">
              <a:srgbClr val="F4E6E3"/>
            </a:gs>
          </a:gsLst>
          <a:lin ang="0" scaled="1"/>
        </a:gra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87102C4-C567-0607-C3A0-DE5E65BCC0D7}"/>
              </a:ext>
            </a:extLst>
          </p:cNvPr>
          <p:cNvSpPr>
            <a:spLocks noGrp="1"/>
          </p:cNvSpPr>
          <p:nvPr>
            <p:ph type="title" hasCustomPrompt="1"/>
          </p:nvPr>
        </p:nvSpPr>
        <p:spPr>
          <a:xfrm>
            <a:off x="354077" y="3081430"/>
            <a:ext cx="6049280" cy="1325563"/>
          </a:xfrm>
          <a:prstGeom prst="rect">
            <a:avLst/>
          </a:prstGeom>
        </p:spPr>
        <p:txBody>
          <a:bodyPr>
            <a:normAutofit/>
          </a:bodyPr>
          <a:lstStyle>
            <a:lvl1pPr>
              <a:defRPr sz="4000">
                <a:solidFill>
                  <a:schemeClr val="bg1"/>
                </a:solidFill>
              </a:defRPr>
            </a:lvl1pPr>
          </a:lstStyle>
          <a:p>
            <a:r>
              <a:rPr lang="en-GB"/>
              <a:t>Faded backgrounds </a:t>
            </a:r>
            <a:br>
              <a:rPr lang="en-GB"/>
            </a:br>
            <a:r>
              <a:rPr lang="en-GB"/>
              <a:t>for the “chapters”</a:t>
            </a:r>
            <a:endParaRPr lang="en-SE"/>
          </a:p>
        </p:txBody>
      </p:sp>
    </p:spTree>
    <p:extLst>
      <p:ext uri="{BB962C8B-B14F-4D97-AF65-F5344CB8AC3E}">
        <p14:creationId xmlns:p14="http://schemas.microsoft.com/office/powerpoint/2010/main" val="1848277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_02">
    <p:bg>
      <p:bgPr>
        <a:gradFill>
          <a:gsLst>
            <a:gs pos="48000">
              <a:srgbClr val="FFBCCF"/>
            </a:gs>
            <a:gs pos="0">
              <a:srgbClr val="FDB2FF"/>
            </a:gs>
            <a:gs pos="100000">
              <a:srgbClr val="FFE3AC"/>
            </a:gs>
          </a:gsLst>
          <a:lin ang="0" scaled="1"/>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2CFF4E-6156-27D2-D58B-AADEB531C5DA}"/>
              </a:ext>
            </a:extLst>
          </p:cNvPr>
          <p:cNvSpPr>
            <a:spLocks noGrp="1"/>
          </p:cNvSpPr>
          <p:nvPr>
            <p:ph type="title" hasCustomPrompt="1"/>
          </p:nvPr>
        </p:nvSpPr>
        <p:spPr>
          <a:xfrm>
            <a:off x="354077" y="3081430"/>
            <a:ext cx="6049280" cy="1325563"/>
          </a:xfrm>
          <a:prstGeom prst="rect">
            <a:avLst/>
          </a:prstGeom>
        </p:spPr>
        <p:txBody>
          <a:bodyPr>
            <a:normAutofit/>
          </a:bodyPr>
          <a:lstStyle>
            <a:lvl1pPr>
              <a:defRPr sz="4000">
                <a:solidFill>
                  <a:schemeClr val="bg1"/>
                </a:solidFill>
              </a:defRPr>
            </a:lvl1pPr>
          </a:lstStyle>
          <a:p>
            <a:r>
              <a:rPr lang="en-GB"/>
              <a:t>Faded backgrounds </a:t>
            </a:r>
            <a:br>
              <a:rPr lang="en-GB"/>
            </a:br>
            <a:r>
              <a:rPr lang="en-GB"/>
              <a:t>for the “chapters”</a:t>
            </a:r>
            <a:endParaRPr lang="en-SE"/>
          </a:p>
        </p:txBody>
      </p:sp>
    </p:spTree>
    <p:extLst>
      <p:ext uri="{BB962C8B-B14F-4D97-AF65-F5344CB8AC3E}">
        <p14:creationId xmlns:p14="http://schemas.microsoft.com/office/powerpoint/2010/main" val="3337356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_03">
    <p:bg>
      <p:bgPr>
        <a:gradFill>
          <a:gsLst>
            <a:gs pos="0">
              <a:srgbClr val="FF8585"/>
            </a:gs>
            <a:gs pos="100000">
              <a:srgbClr val="FFD4D4"/>
            </a:gs>
          </a:gsLst>
          <a:lin ang="0" scaled="1"/>
        </a:gra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3E709D3-60F7-33F3-6CD7-1D9089B17BBB}"/>
              </a:ext>
            </a:extLst>
          </p:cNvPr>
          <p:cNvSpPr>
            <a:spLocks noGrp="1"/>
          </p:cNvSpPr>
          <p:nvPr>
            <p:ph type="title" hasCustomPrompt="1"/>
          </p:nvPr>
        </p:nvSpPr>
        <p:spPr>
          <a:xfrm>
            <a:off x="354077" y="3081430"/>
            <a:ext cx="6049280" cy="1325563"/>
          </a:xfrm>
          <a:prstGeom prst="rect">
            <a:avLst/>
          </a:prstGeom>
        </p:spPr>
        <p:txBody>
          <a:bodyPr>
            <a:normAutofit/>
          </a:bodyPr>
          <a:lstStyle>
            <a:lvl1pPr>
              <a:defRPr sz="4000">
                <a:solidFill>
                  <a:schemeClr val="bg1"/>
                </a:solidFill>
              </a:defRPr>
            </a:lvl1pPr>
          </a:lstStyle>
          <a:p>
            <a:r>
              <a:rPr lang="en-GB"/>
              <a:t>Faded backgrounds </a:t>
            </a:r>
            <a:br>
              <a:rPr lang="en-GB"/>
            </a:br>
            <a:r>
              <a:rPr lang="en-GB"/>
              <a:t>for the “chapters”</a:t>
            </a:r>
            <a:endParaRPr lang="en-SE"/>
          </a:p>
        </p:txBody>
      </p:sp>
    </p:spTree>
    <p:extLst>
      <p:ext uri="{BB962C8B-B14F-4D97-AF65-F5344CB8AC3E}">
        <p14:creationId xmlns:p14="http://schemas.microsoft.com/office/powerpoint/2010/main" val="1375728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_04">
    <p:bg>
      <p:bgPr>
        <a:gradFill>
          <a:gsLst>
            <a:gs pos="0">
              <a:srgbClr val="00D730">
                <a:alpha val="49020"/>
              </a:srgbClr>
            </a:gs>
            <a:gs pos="100000">
              <a:srgbClr val="EEDCFF"/>
            </a:gs>
          </a:gsLst>
          <a:lin ang="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E1DA6-5B32-4625-1983-FEA82BEB8717}"/>
              </a:ext>
            </a:extLst>
          </p:cNvPr>
          <p:cNvSpPr>
            <a:spLocks noGrp="1"/>
          </p:cNvSpPr>
          <p:nvPr>
            <p:ph type="title" hasCustomPrompt="1"/>
          </p:nvPr>
        </p:nvSpPr>
        <p:spPr>
          <a:xfrm>
            <a:off x="354077" y="3081430"/>
            <a:ext cx="6049280" cy="1325563"/>
          </a:xfrm>
          <a:prstGeom prst="rect">
            <a:avLst/>
          </a:prstGeom>
        </p:spPr>
        <p:txBody>
          <a:bodyPr>
            <a:normAutofit/>
          </a:bodyPr>
          <a:lstStyle>
            <a:lvl1pPr>
              <a:defRPr sz="4000">
                <a:solidFill>
                  <a:schemeClr val="tx1"/>
                </a:solidFill>
              </a:defRPr>
            </a:lvl1pPr>
          </a:lstStyle>
          <a:p>
            <a:r>
              <a:rPr lang="en-GB"/>
              <a:t>Faded backgrounds </a:t>
            </a:r>
            <a:br>
              <a:rPr lang="en-GB"/>
            </a:br>
            <a:r>
              <a:rPr lang="en-GB"/>
              <a:t>for the “chapters”</a:t>
            </a:r>
            <a:endParaRPr lang="en-SE"/>
          </a:p>
        </p:txBody>
      </p:sp>
    </p:spTree>
    <p:extLst>
      <p:ext uri="{BB962C8B-B14F-4D97-AF65-F5344CB8AC3E}">
        <p14:creationId xmlns:p14="http://schemas.microsoft.com/office/powerpoint/2010/main" val="3476506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Key facts">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8BF50E8B-25C7-6480-CB1D-58EA579E2817}"/>
              </a:ext>
            </a:extLst>
          </p:cNvPr>
          <p:cNvSpPr txBox="1"/>
          <p:nvPr userDrawn="1"/>
        </p:nvSpPr>
        <p:spPr>
          <a:xfrm>
            <a:off x="328761" y="902483"/>
            <a:ext cx="432446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Viedoc Monument Grotesk" panose="020B0504040202060203" pitchFamily="34" charset="0"/>
                <a:ea typeface="+mj-ea"/>
                <a:cs typeface="+mj-cs"/>
              </a:defRPr>
            </a:lvl1pPr>
          </a:lstStyle>
          <a:p>
            <a:r>
              <a:rPr lang="en-SE" sz="5400"/>
              <a:t>Key facts</a:t>
            </a:r>
            <a:br>
              <a:rPr lang="en-SE" sz="4800"/>
            </a:br>
            <a:r>
              <a:rPr lang="en-SE" sz="2000"/>
              <a:t> Viedoc at-a-glance</a:t>
            </a:r>
            <a:endParaRPr lang="en-SE" sz="4800"/>
          </a:p>
        </p:txBody>
      </p:sp>
      <p:grpSp>
        <p:nvGrpSpPr>
          <p:cNvPr id="13" name="Group 12">
            <a:extLst>
              <a:ext uri="{FF2B5EF4-FFF2-40B4-BE49-F238E27FC236}">
                <a16:creationId xmlns:a16="http://schemas.microsoft.com/office/drawing/2014/main" id="{DAB24CB5-0AA4-CE7B-B58B-F983C983C383}"/>
              </a:ext>
            </a:extLst>
          </p:cNvPr>
          <p:cNvGrpSpPr/>
          <p:nvPr userDrawn="1"/>
        </p:nvGrpSpPr>
        <p:grpSpPr>
          <a:xfrm>
            <a:off x="9746166" y="1037063"/>
            <a:ext cx="2117073" cy="1052185"/>
            <a:chOff x="9750116" y="1075909"/>
            <a:chExt cx="2255846" cy="1121153"/>
          </a:xfrm>
        </p:grpSpPr>
        <p:pic>
          <p:nvPicPr>
            <p:cNvPr id="14" name="Picture 13">
              <a:extLst>
                <a:ext uri="{FF2B5EF4-FFF2-40B4-BE49-F238E27FC236}">
                  <a16:creationId xmlns:a16="http://schemas.microsoft.com/office/drawing/2014/main" id="{90180DF1-D6A4-4E70-83F4-AB1B48DDAE84}"/>
                </a:ext>
              </a:extLst>
            </p:cNvPr>
            <p:cNvPicPr/>
            <p:nvPr/>
          </p:nvPicPr>
          <p:blipFill>
            <a:blip r:embed="rId2"/>
            <a:stretch>
              <a:fillRect/>
            </a:stretch>
          </p:blipFill>
          <p:spPr>
            <a:xfrm>
              <a:off x="10733581" y="1075909"/>
              <a:ext cx="297980" cy="409594"/>
            </a:xfrm>
            <a:prstGeom prst="rect">
              <a:avLst/>
            </a:prstGeom>
          </p:spPr>
        </p:pic>
        <p:pic>
          <p:nvPicPr>
            <p:cNvPr id="15" name="Picture 14">
              <a:extLst>
                <a:ext uri="{FF2B5EF4-FFF2-40B4-BE49-F238E27FC236}">
                  <a16:creationId xmlns:a16="http://schemas.microsoft.com/office/drawing/2014/main" id="{2F8F4850-3531-9B34-F7E7-FE3DA803869D}"/>
                </a:ext>
              </a:extLst>
            </p:cNvPr>
            <p:cNvPicPr/>
            <p:nvPr/>
          </p:nvPicPr>
          <p:blipFill>
            <a:blip r:embed="rId3"/>
            <a:stretch>
              <a:fillRect/>
            </a:stretch>
          </p:blipFill>
          <p:spPr>
            <a:xfrm>
              <a:off x="11161372" y="1655408"/>
              <a:ext cx="325627" cy="409594"/>
            </a:xfrm>
            <a:prstGeom prst="rect">
              <a:avLst/>
            </a:prstGeom>
          </p:spPr>
        </p:pic>
        <p:pic>
          <p:nvPicPr>
            <p:cNvPr id="16" name="Picture 15">
              <a:extLst>
                <a:ext uri="{FF2B5EF4-FFF2-40B4-BE49-F238E27FC236}">
                  <a16:creationId xmlns:a16="http://schemas.microsoft.com/office/drawing/2014/main" id="{7B5AC49F-9EFD-E210-C89F-869974A365B9}"/>
                </a:ext>
              </a:extLst>
            </p:cNvPr>
            <p:cNvPicPr/>
            <p:nvPr/>
          </p:nvPicPr>
          <p:blipFill>
            <a:blip r:embed="rId4"/>
            <a:stretch>
              <a:fillRect/>
            </a:stretch>
          </p:blipFill>
          <p:spPr>
            <a:xfrm>
              <a:off x="11555408" y="1655408"/>
              <a:ext cx="450554" cy="409594"/>
            </a:xfrm>
            <a:prstGeom prst="rect">
              <a:avLst/>
            </a:prstGeom>
          </p:spPr>
        </p:pic>
        <p:pic>
          <p:nvPicPr>
            <p:cNvPr id="17" name="Picture 16">
              <a:extLst>
                <a:ext uri="{FF2B5EF4-FFF2-40B4-BE49-F238E27FC236}">
                  <a16:creationId xmlns:a16="http://schemas.microsoft.com/office/drawing/2014/main" id="{98B7749C-B6CB-C22D-5F93-EDF637E88D5E}"/>
                </a:ext>
              </a:extLst>
            </p:cNvPr>
            <p:cNvPicPr/>
            <p:nvPr/>
          </p:nvPicPr>
          <p:blipFill>
            <a:blip r:embed="rId5"/>
            <a:stretch>
              <a:fillRect/>
            </a:stretch>
          </p:blipFill>
          <p:spPr>
            <a:xfrm>
              <a:off x="10236420" y="1100930"/>
              <a:ext cx="409594" cy="409594"/>
            </a:xfrm>
            <a:prstGeom prst="rect">
              <a:avLst/>
            </a:prstGeom>
          </p:spPr>
        </p:pic>
        <p:pic>
          <p:nvPicPr>
            <p:cNvPr id="18" name="Picture 17">
              <a:extLst>
                <a:ext uri="{FF2B5EF4-FFF2-40B4-BE49-F238E27FC236}">
                  <a16:creationId xmlns:a16="http://schemas.microsoft.com/office/drawing/2014/main" id="{816071CC-218F-401C-2C3D-5077D10BF363}"/>
                </a:ext>
              </a:extLst>
            </p:cNvPr>
            <p:cNvPicPr/>
            <p:nvPr/>
          </p:nvPicPr>
          <p:blipFill>
            <a:blip r:embed="rId6"/>
            <a:stretch>
              <a:fillRect/>
            </a:stretch>
          </p:blipFill>
          <p:spPr>
            <a:xfrm>
              <a:off x="10702721" y="1655408"/>
              <a:ext cx="389114" cy="409594"/>
            </a:xfrm>
            <a:prstGeom prst="rect">
              <a:avLst/>
            </a:prstGeom>
          </p:spPr>
        </p:pic>
        <p:pic>
          <p:nvPicPr>
            <p:cNvPr id="19" name="Picture 18">
              <a:extLst>
                <a:ext uri="{FF2B5EF4-FFF2-40B4-BE49-F238E27FC236}">
                  <a16:creationId xmlns:a16="http://schemas.microsoft.com/office/drawing/2014/main" id="{842BE4E6-E898-54B5-0FA4-BFF1312934F5}"/>
                </a:ext>
              </a:extLst>
            </p:cNvPr>
            <p:cNvPicPr/>
            <p:nvPr/>
          </p:nvPicPr>
          <p:blipFill>
            <a:blip r:embed="rId7"/>
            <a:stretch>
              <a:fillRect/>
            </a:stretch>
          </p:blipFill>
          <p:spPr>
            <a:xfrm>
              <a:off x="11122226" y="1100930"/>
              <a:ext cx="409594" cy="409594"/>
            </a:xfrm>
            <a:prstGeom prst="rect">
              <a:avLst/>
            </a:prstGeom>
          </p:spPr>
        </p:pic>
        <p:pic>
          <p:nvPicPr>
            <p:cNvPr id="20" name="Picture 19">
              <a:extLst>
                <a:ext uri="{FF2B5EF4-FFF2-40B4-BE49-F238E27FC236}">
                  <a16:creationId xmlns:a16="http://schemas.microsoft.com/office/drawing/2014/main" id="{80B7A577-4296-92ED-0E6D-33CC77DAB671}"/>
                </a:ext>
              </a:extLst>
            </p:cNvPr>
            <p:cNvPicPr/>
            <p:nvPr/>
          </p:nvPicPr>
          <p:blipFill>
            <a:blip r:embed="rId8"/>
            <a:stretch>
              <a:fillRect/>
            </a:stretch>
          </p:blipFill>
          <p:spPr>
            <a:xfrm>
              <a:off x="11591248" y="1100930"/>
              <a:ext cx="389114" cy="409594"/>
            </a:xfrm>
            <a:prstGeom prst="rect">
              <a:avLst/>
            </a:prstGeom>
          </p:spPr>
        </p:pic>
        <p:pic>
          <p:nvPicPr>
            <p:cNvPr id="21" name="Picture 20">
              <a:extLst>
                <a:ext uri="{FF2B5EF4-FFF2-40B4-BE49-F238E27FC236}">
                  <a16:creationId xmlns:a16="http://schemas.microsoft.com/office/drawing/2014/main" id="{F631D61C-4C72-2549-A3A4-3F52C724A168}"/>
                </a:ext>
              </a:extLst>
            </p:cNvPr>
            <p:cNvPicPr/>
            <p:nvPr/>
          </p:nvPicPr>
          <p:blipFill>
            <a:blip r:embed="rId9"/>
            <a:stretch>
              <a:fillRect/>
            </a:stretch>
          </p:blipFill>
          <p:spPr>
            <a:xfrm>
              <a:off x="10278404" y="1655408"/>
              <a:ext cx="325627" cy="409594"/>
            </a:xfrm>
            <a:prstGeom prst="rect">
              <a:avLst/>
            </a:prstGeom>
          </p:spPr>
        </p:pic>
        <p:pic>
          <p:nvPicPr>
            <p:cNvPr id="22" name="Picture 21" descr="A close-up of a logo&#10;&#10;Description automatically generated">
              <a:extLst>
                <a:ext uri="{FF2B5EF4-FFF2-40B4-BE49-F238E27FC236}">
                  <a16:creationId xmlns:a16="http://schemas.microsoft.com/office/drawing/2014/main" id="{8D4E61AF-987B-F60A-279C-F4D115FE23D5}"/>
                </a:ext>
              </a:extLst>
            </p:cNvPr>
            <p:cNvPicPr/>
            <p:nvPr/>
          </p:nvPicPr>
          <p:blipFill>
            <a:blip r:embed="rId10" cstate="print">
              <a:extLst>
                <a:ext uri="{28A0092B-C50C-407E-A947-70E740481C1C}">
                  <a14:useLocalDpi xmlns:a14="http://schemas.microsoft.com/office/drawing/2010/main" val="0"/>
                </a:ext>
              </a:extLst>
            </a:blip>
            <a:stretch>
              <a:fillRect/>
            </a:stretch>
          </p:blipFill>
          <p:spPr>
            <a:xfrm>
              <a:off x="9750116" y="1105680"/>
              <a:ext cx="409595" cy="407313"/>
            </a:xfrm>
            <a:prstGeom prst="rect">
              <a:avLst/>
            </a:prstGeom>
          </p:spPr>
        </p:pic>
        <p:pic>
          <p:nvPicPr>
            <p:cNvPr id="23" name="Picture 22">
              <a:extLst>
                <a:ext uri="{FF2B5EF4-FFF2-40B4-BE49-F238E27FC236}">
                  <a16:creationId xmlns:a16="http://schemas.microsoft.com/office/drawing/2014/main" id="{02C325E4-6325-DA54-B05F-EFE900B2B820}"/>
                </a:ext>
              </a:extLst>
            </p:cNvPr>
            <p:cNvPicPr/>
            <p:nvPr/>
          </p:nvPicPr>
          <p:blipFill>
            <a:blip r:embed="rId11"/>
            <a:stretch>
              <a:fillRect/>
            </a:stretch>
          </p:blipFill>
          <p:spPr>
            <a:xfrm>
              <a:off x="9757706" y="1651008"/>
              <a:ext cx="506465" cy="546054"/>
            </a:xfrm>
            <a:prstGeom prst="rect">
              <a:avLst/>
            </a:prstGeom>
          </p:spPr>
        </p:pic>
      </p:grpSp>
      <p:grpSp>
        <p:nvGrpSpPr>
          <p:cNvPr id="24" name="Group 23">
            <a:extLst>
              <a:ext uri="{FF2B5EF4-FFF2-40B4-BE49-F238E27FC236}">
                <a16:creationId xmlns:a16="http://schemas.microsoft.com/office/drawing/2014/main" id="{BAFBE7E1-4EB1-6988-B693-666F9F576AAE}"/>
              </a:ext>
            </a:extLst>
          </p:cNvPr>
          <p:cNvGrpSpPr/>
          <p:nvPr userDrawn="1"/>
        </p:nvGrpSpPr>
        <p:grpSpPr>
          <a:xfrm>
            <a:off x="335585" y="3473970"/>
            <a:ext cx="11527654" cy="2846806"/>
            <a:chOff x="335585" y="1925827"/>
            <a:chExt cx="10014045" cy="2846806"/>
          </a:xfrm>
        </p:grpSpPr>
        <p:sp>
          <p:nvSpPr>
            <p:cNvPr id="25" name="Rounded Rectangle 24">
              <a:extLst>
                <a:ext uri="{FF2B5EF4-FFF2-40B4-BE49-F238E27FC236}">
                  <a16:creationId xmlns:a16="http://schemas.microsoft.com/office/drawing/2014/main" id="{0FAAD2F4-10C4-063B-A375-1B64BC63CD07}"/>
                </a:ext>
              </a:extLst>
            </p:cNvPr>
            <p:cNvSpPr/>
            <p:nvPr/>
          </p:nvSpPr>
          <p:spPr>
            <a:xfrm>
              <a:off x="335585" y="1925827"/>
              <a:ext cx="1941106" cy="1368001"/>
            </a:xfrm>
            <a:prstGeom prst="roundRect">
              <a:avLst>
                <a:gd name="adj" fmla="val 379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Phase</a:t>
              </a:r>
            </a:p>
            <a:p>
              <a:endParaRPr lang="en-GB" sz="1200">
                <a:solidFill>
                  <a:schemeClr val="tx1"/>
                </a:solidFill>
              </a:endParaRPr>
            </a:p>
            <a:p>
              <a:endParaRPr lang="en-GB" sz="1200">
                <a:solidFill>
                  <a:schemeClr val="tx1"/>
                </a:solidFill>
              </a:endParaRPr>
            </a:p>
            <a:p>
              <a:r>
                <a:rPr lang="en-GB" sz="3200">
                  <a:solidFill>
                    <a:schemeClr val="tx1"/>
                  </a:solidFill>
                </a:rPr>
                <a:t>I-V</a:t>
              </a:r>
              <a:endParaRPr lang="en-SE" sz="1050">
                <a:solidFill>
                  <a:schemeClr val="tx1"/>
                </a:solidFill>
              </a:endParaRPr>
            </a:p>
          </p:txBody>
        </p:sp>
        <p:sp>
          <p:nvSpPr>
            <p:cNvPr id="26" name="Rounded Rectangle 25">
              <a:extLst>
                <a:ext uri="{FF2B5EF4-FFF2-40B4-BE49-F238E27FC236}">
                  <a16:creationId xmlns:a16="http://schemas.microsoft.com/office/drawing/2014/main" id="{CE219438-4609-D08B-11AF-341E8C7EC773}"/>
                </a:ext>
              </a:extLst>
            </p:cNvPr>
            <p:cNvSpPr/>
            <p:nvPr/>
          </p:nvSpPr>
          <p:spPr>
            <a:xfrm>
              <a:off x="2349802" y="1925827"/>
              <a:ext cx="1941106" cy="2846806"/>
            </a:xfrm>
            <a:prstGeom prst="roundRect">
              <a:avLst>
                <a:gd name="adj" fmla="val 2162"/>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Costumers</a:t>
              </a:r>
            </a:p>
            <a:p>
              <a:endParaRPr lang="en-GB" sz="1200">
                <a:solidFill>
                  <a:schemeClr val="tx1"/>
                </a:solidFill>
              </a:endParaRPr>
            </a:p>
            <a:p>
              <a:endParaRPr lang="en-GB" sz="1200">
                <a:solidFill>
                  <a:schemeClr val="tx1"/>
                </a:solidFill>
              </a:endParaRPr>
            </a:p>
            <a:p>
              <a:endParaRPr lang="en-GB" sz="1200">
                <a:solidFill>
                  <a:schemeClr val="tx1"/>
                </a:solidFill>
              </a:endParaRPr>
            </a:p>
            <a:p>
              <a:endParaRPr lang="en-GB" sz="1200">
                <a:solidFill>
                  <a:schemeClr val="tx1"/>
                </a:solidFill>
              </a:endParaRPr>
            </a:p>
            <a:p>
              <a:endParaRPr lang="en-GB" sz="1200">
                <a:solidFill>
                  <a:schemeClr val="tx1"/>
                </a:solidFill>
              </a:endParaRPr>
            </a:p>
            <a:p>
              <a:r>
                <a:rPr lang="en-GB" sz="3100">
                  <a:solidFill>
                    <a:schemeClr val="tx1"/>
                  </a:solidFill>
                </a:rPr>
                <a:t>CRO</a:t>
              </a:r>
            </a:p>
            <a:p>
              <a:r>
                <a:rPr lang="en-GB" sz="3100">
                  <a:solidFill>
                    <a:schemeClr val="tx1"/>
                  </a:solidFill>
                </a:rPr>
                <a:t>Sponsor</a:t>
              </a:r>
            </a:p>
            <a:p>
              <a:r>
                <a:rPr lang="en-GB" sz="3100">
                  <a:solidFill>
                    <a:schemeClr val="tx1"/>
                  </a:solidFill>
                </a:rPr>
                <a:t>Academic</a:t>
              </a:r>
              <a:endParaRPr lang="en-SE" sz="3100">
                <a:solidFill>
                  <a:schemeClr val="tx1"/>
                </a:solidFill>
              </a:endParaRPr>
            </a:p>
          </p:txBody>
        </p:sp>
        <p:sp>
          <p:nvSpPr>
            <p:cNvPr id="27" name="Rounded Rectangle 26">
              <a:extLst>
                <a:ext uri="{FF2B5EF4-FFF2-40B4-BE49-F238E27FC236}">
                  <a16:creationId xmlns:a16="http://schemas.microsoft.com/office/drawing/2014/main" id="{4CEA2723-4A0A-19F9-72F6-CB51AED959EA}"/>
                </a:ext>
              </a:extLst>
            </p:cNvPr>
            <p:cNvSpPr/>
            <p:nvPr/>
          </p:nvSpPr>
          <p:spPr>
            <a:xfrm>
              <a:off x="4364018" y="1925827"/>
              <a:ext cx="1941106" cy="1368001"/>
            </a:xfrm>
            <a:prstGeom prst="roundRect">
              <a:avLst>
                <a:gd name="adj" fmla="val 348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Studies</a:t>
              </a:r>
            </a:p>
            <a:p>
              <a:endParaRPr lang="en-GB" sz="1200">
                <a:solidFill>
                  <a:schemeClr val="tx1"/>
                </a:solidFill>
              </a:endParaRPr>
            </a:p>
            <a:p>
              <a:endParaRPr lang="en-GB" sz="1200">
                <a:solidFill>
                  <a:schemeClr val="tx1"/>
                </a:solidFill>
              </a:endParaRPr>
            </a:p>
            <a:p>
              <a:r>
                <a:rPr lang="en-GB" sz="3200">
                  <a:solidFill>
                    <a:schemeClr val="tx1"/>
                  </a:solidFill>
                </a:rPr>
                <a:t>7 000+</a:t>
              </a:r>
              <a:endParaRPr lang="en-SE" sz="1000">
                <a:solidFill>
                  <a:schemeClr val="tx1"/>
                </a:solidFill>
              </a:endParaRPr>
            </a:p>
          </p:txBody>
        </p:sp>
        <p:sp>
          <p:nvSpPr>
            <p:cNvPr id="28" name="Rounded Rectangle 27">
              <a:extLst>
                <a:ext uri="{FF2B5EF4-FFF2-40B4-BE49-F238E27FC236}">
                  <a16:creationId xmlns:a16="http://schemas.microsoft.com/office/drawing/2014/main" id="{E547ECA8-BD6A-D9AA-0528-E7C67085011C}"/>
                </a:ext>
              </a:extLst>
            </p:cNvPr>
            <p:cNvSpPr/>
            <p:nvPr/>
          </p:nvSpPr>
          <p:spPr>
            <a:xfrm>
              <a:off x="4364018" y="3404632"/>
              <a:ext cx="1941106" cy="1368001"/>
            </a:xfrm>
            <a:prstGeom prst="roundRect">
              <a:avLst>
                <a:gd name="adj" fmla="val 3042"/>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Countries</a:t>
              </a:r>
            </a:p>
            <a:p>
              <a:endParaRPr lang="en-GB" sz="1200">
                <a:solidFill>
                  <a:schemeClr val="tx1"/>
                </a:solidFill>
              </a:endParaRPr>
            </a:p>
            <a:p>
              <a:endParaRPr lang="en-GB" sz="1200">
                <a:solidFill>
                  <a:schemeClr val="tx1"/>
                </a:solidFill>
              </a:endParaRPr>
            </a:p>
            <a:p>
              <a:r>
                <a:rPr lang="en-GB" sz="3200">
                  <a:solidFill>
                    <a:schemeClr val="tx1"/>
                  </a:solidFill>
                </a:rPr>
                <a:t>75+</a:t>
              </a:r>
              <a:endParaRPr lang="en-SE" sz="1000">
                <a:solidFill>
                  <a:schemeClr val="tx1"/>
                </a:solidFill>
              </a:endParaRPr>
            </a:p>
          </p:txBody>
        </p:sp>
        <p:sp>
          <p:nvSpPr>
            <p:cNvPr id="29" name="Rounded Rectangle 28">
              <a:extLst>
                <a:ext uri="{FF2B5EF4-FFF2-40B4-BE49-F238E27FC236}">
                  <a16:creationId xmlns:a16="http://schemas.microsoft.com/office/drawing/2014/main" id="{C791CA80-2A20-8C55-E8A3-A19C5A4324E4}"/>
                </a:ext>
              </a:extLst>
            </p:cNvPr>
            <p:cNvSpPr/>
            <p:nvPr/>
          </p:nvSpPr>
          <p:spPr>
            <a:xfrm>
              <a:off x="335585" y="3404632"/>
              <a:ext cx="1941106" cy="1368001"/>
            </a:xfrm>
            <a:prstGeom prst="roundRect">
              <a:avLst>
                <a:gd name="adj" fmla="val 3456"/>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Uptime</a:t>
              </a:r>
            </a:p>
            <a:p>
              <a:endParaRPr lang="en-GB" sz="1200">
                <a:solidFill>
                  <a:schemeClr val="tx1"/>
                </a:solidFill>
              </a:endParaRPr>
            </a:p>
            <a:p>
              <a:endParaRPr lang="en-GB" sz="1200">
                <a:solidFill>
                  <a:schemeClr val="tx1"/>
                </a:solidFill>
              </a:endParaRPr>
            </a:p>
            <a:p>
              <a:r>
                <a:rPr lang="en-GB" sz="3200">
                  <a:solidFill>
                    <a:schemeClr val="tx1"/>
                  </a:solidFill>
                </a:rPr>
                <a:t>99.99%</a:t>
              </a:r>
              <a:endParaRPr lang="en-SE" sz="1000">
                <a:solidFill>
                  <a:schemeClr val="tx1"/>
                </a:solidFill>
              </a:endParaRPr>
            </a:p>
          </p:txBody>
        </p:sp>
        <p:sp>
          <p:nvSpPr>
            <p:cNvPr id="30" name="Rounded Rectangle 29">
              <a:extLst>
                <a:ext uri="{FF2B5EF4-FFF2-40B4-BE49-F238E27FC236}">
                  <a16:creationId xmlns:a16="http://schemas.microsoft.com/office/drawing/2014/main" id="{BEA9FFEE-676A-14A6-43A3-43C1189A8B4F}"/>
                </a:ext>
              </a:extLst>
            </p:cNvPr>
            <p:cNvSpPr/>
            <p:nvPr/>
          </p:nvSpPr>
          <p:spPr>
            <a:xfrm>
              <a:off x="6378234" y="1925827"/>
              <a:ext cx="1941106" cy="1368001"/>
            </a:xfrm>
            <a:prstGeom prst="roundRect">
              <a:avLst>
                <a:gd name="adj" fmla="val 264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Languages</a:t>
              </a:r>
            </a:p>
            <a:p>
              <a:endParaRPr lang="en-GB" sz="1200">
                <a:solidFill>
                  <a:schemeClr val="tx1"/>
                </a:solidFill>
              </a:endParaRPr>
            </a:p>
            <a:p>
              <a:endParaRPr lang="en-GB" sz="1200">
                <a:solidFill>
                  <a:schemeClr val="tx1"/>
                </a:solidFill>
              </a:endParaRPr>
            </a:p>
            <a:p>
              <a:r>
                <a:rPr lang="en-GB" sz="3200">
                  <a:solidFill>
                    <a:schemeClr val="tx1"/>
                  </a:solidFill>
                </a:rPr>
                <a:t>40+</a:t>
              </a:r>
              <a:endParaRPr lang="en-SE" sz="1000">
                <a:solidFill>
                  <a:schemeClr val="tx1"/>
                </a:solidFill>
              </a:endParaRPr>
            </a:p>
          </p:txBody>
        </p:sp>
        <p:sp>
          <p:nvSpPr>
            <p:cNvPr id="31" name="Rounded Rectangle 30">
              <a:extLst>
                <a:ext uri="{FF2B5EF4-FFF2-40B4-BE49-F238E27FC236}">
                  <a16:creationId xmlns:a16="http://schemas.microsoft.com/office/drawing/2014/main" id="{EECE609F-9E13-5620-89B4-ECDCCB85DDA7}"/>
                </a:ext>
              </a:extLst>
            </p:cNvPr>
            <p:cNvSpPr/>
            <p:nvPr/>
          </p:nvSpPr>
          <p:spPr>
            <a:xfrm>
              <a:off x="6378234" y="3404632"/>
              <a:ext cx="1941106" cy="1368001"/>
            </a:xfrm>
            <a:prstGeom prst="roundRect">
              <a:avLst>
                <a:gd name="adj" fmla="val 3413"/>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Users</a:t>
              </a:r>
            </a:p>
            <a:p>
              <a:endParaRPr lang="en-GB" sz="1200">
                <a:solidFill>
                  <a:schemeClr val="tx1"/>
                </a:solidFill>
              </a:endParaRPr>
            </a:p>
            <a:p>
              <a:endParaRPr lang="en-GB" sz="1200">
                <a:solidFill>
                  <a:schemeClr val="tx1"/>
                </a:solidFill>
              </a:endParaRPr>
            </a:p>
            <a:p>
              <a:r>
                <a:rPr lang="en-GB" sz="3200">
                  <a:solidFill>
                    <a:schemeClr val="tx1"/>
                  </a:solidFill>
                </a:rPr>
                <a:t>140 000+</a:t>
              </a:r>
              <a:endParaRPr lang="en-SE" sz="1000">
                <a:solidFill>
                  <a:schemeClr val="tx1"/>
                </a:solidFill>
              </a:endParaRPr>
            </a:p>
          </p:txBody>
        </p:sp>
        <p:sp>
          <p:nvSpPr>
            <p:cNvPr id="32" name="Rounded Rectangle 31">
              <a:extLst>
                <a:ext uri="{FF2B5EF4-FFF2-40B4-BE49-F238E27FC236}">
                  <a16:creationId xmlns:a16="http://schemas.microsoft.com/office/drawing/2014/main" id="{1C0CBA95-33C3-EA4D-85B2-0EBF7DFD8307}"/>
                </a:ext>
              </a:extLst>
            </p:cNvPr>
            <p:cNvSpPr/>
            <p:nvPr/>
          </p:nvSpPr>
          <p:spPr>
            <a:xfrm>
              <a:off x="8408524" y="1925827"/>
              <a:ext cx="1941106" cy="1368001"/>
            </a:xfrm>
            <a:prstGeom prst="roundRect">
              <a:avLst>
                <a:gd name="adj" fmla="val 3913"/>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Subjects</a:t>
              </a:r>
            </a:p>
            <a:p>
              <a:endParaRPr lang="en-GB" sz="1200">
                <a:solidFill>
                  <a:schemeClr val="tx1"/>
                </a:solidFill>
              </a:endParaRPr>
            </a:p>
            <a:p>
              <a:endParaRPr lang="en-GB" sz="1200">
                <a:solidFill>
                  <a:schemeClr val="tx1"/>
                </a:solidFill>
              </a:endParaRPr>
            </a:p>
            <a:p>
              <a:r>
                <a:rPr lang="en-GB" sz="3200">
                  <a:solidFill>
                    <a:schemeClr val="tx1"/>
                  </a:solidFill>
                </a:rPr>
                <a:t>1600 000+</a:t>
              </a:r>
              <a:endParaRPr lang="en-SE" sz="1000">
                <a:solidFill>
                  <a:schemeClr val="tx1"/>
                </a:solidFill>
              </a:endParaRPr>
            </a:p>
          </p:txBody>
        </p:sp>
        <p:sp>
          <p:nvSpPr>
            <p:cNvPr id="33" name="Rounded Rectangle 32">
              <a:extLst>
                <a:ext uri="{FF2B5EF4-FFF2-40B4-BE49-F238E27FC236}">
                  <a16:creationId xmlns:a16="http://schemas.microsoft.com/office/drawing/2014/main" id="{E5C11FCD-201D-5F7A-D7B2-0F12027C0281}"/>
                </a:ext>
              </a:extLst>
            </p:cNvPr>
            <p:cNvSpPr/>
            <p:nvPr/>
          </p:nvSpPr>
          <p:spPr>
            <a:xfrm>
              <a:off x="8408524" y="3404632"/>
              <a:ext cx="1941106" cy="1368001"/>
            </a:xfrm>
            <a:prstGeom prst="roundRect">
              <a:avLst>
                <a:gd name="adj" fmla="val 347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bIns="468000" rtlCol="0" anchor="t" anchorCtr="0"/>
            <a:lstStyle/>
            <a:p>
              <a:r>
                <a:rPr lang="en-GB" sz="1200">
                  <a:solidFill>
                    <a:schemeClr val="tx1">
                      <a:alpha val="60000"/>
                    </a:schemeClr>
                  </a:solidFill>
                </a:rPr>
                <a:t>Sites</a:t>
              </a:r>
            </a:p>
            <a:p>
              <a:endParaRPr lang="en-GB" sz="1200">
                <a:solidFill>
                  <a:schemeClr val="tx1"/>
                </a:solidFill>
              </a:endParaRPr>
            </a:p>
            <a:p>
              <a:endParaRPr lang="en-GB" sz="1200">
                <a:solidFill>
                  <a:schemeClr val="tx1"/>
                </a:solidFill>
              </a:endParaRPr>
            </a:p>
            <a:p>
              <a:r>
                <a:rPr lang="en-GB" sz="3200">
                  <a:solidFill>
                    <a:schemeClr val="tx1"/>
                  </a:solidFill>
                </a:rPr>
                <a:t>30 000+</a:t>
              </a:r>
              <a:endParaRPr lang="en-SE" sz="1000">
                <a:solidFill>
                  <a:schemeClr val="tx1"/>
                </a:solidFill>
              </a:endParaRPr>
            </a:p>
          </p:txBody>
        </p:sp>
      </p:grpSp>
    </p:spTree>
    <p:extLst>
      <p:ext uri="{BB962C8B-B14F-4D97-AF65-F5344CB8AC3E}">
        <p14:creationId xmlns:p14="http://schemas.microsoft.com/office/powerpoint/2010/main" val="1010142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Map GIF">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DAA929C-CF95-DB7B-E9BA-6721CF88921E}"/>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t="6549" r="4012"/>
          <a:stretch>
            <a:fillRect/>
          </a:stretch>
        </p:blipFill>
        <p:spPr>
          <a:xfrm>
            <a:off x="0" y="181226"/>
            <a:ext cx="12192000" cy="6676773"/>
          </a:xfrm>
          <a:prstGeom prst="rect">
            <a:avLst/>
          </a:prstGeom>
        </p:spPr>
      </p:pic>
      <p:pic>
        <p:nvPicPr>
          <p:cNvPr id="8" name="Picture 7" descr="A white text on a black background&#10;&#10;Description automatically generated">
            <a:extLst>
              <a:ext uri="{FF2B5EF4-FFF2-40B4-BE49-F238E27FC236}">
                <a16:creationId xmlns:a16="http://schemas.microsoft.com/office/drawing/2014/main" id="{98BF6165-D2C2-33AE-B914-8D7CDC32081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30859" y="181227"/>
            <a:ext cx="669797" cy="159177"/>
          </a:xfrm>
          <a:prstGeom prst="rect">
            <a:avLst/>
          </a:prstGeom>
        </p:spPr>
      </p:pic>
      <p:grpSp>
        <p:nvGrpSpPr>
          <p:cNvPr id="13" name="Group 12">
            <a:extLst>
              <a:ext uri="{FF2B5EF4-FFF2-40B4-BE49-F238E27FC236}">
                <a16:creationId xmlns:a16="http://schemas.microsoft.com/office/drawing/2014/main" id="{AD582669-2790-6866-06F0-C004EB0971B2}"/>
              </a:ext>
            </a:extLst>
          </p:cNvPr>
          <p:cNvGrpSpPr/>
          <p:nvPr userDrawn="1"/>
        </p:nvGrpSpPr>
        <p:grpSpPr>
          <a:xfrm>
            <a:off x="0" y="0"/>
            <a:ext cx="12192000" cy="738000"/>
            <a:chOff x="0" y="457301"/>
            <a:chExt cx="12192000" cy="738000"/>
          </a:xfrm>
        </p:grpSpPr>
        <p:sp>
          <p:nvSpPr>
            <p:cNvPr id="11" name="Freeform 10">
              <a:extLst>
                <a:ext uri="{FF2B5EF4-FFF2-40B4-BE49-F238E27FC236}">
                  <a16:creationId xmlns:a16="http://schemas.microsoft.com/office/drawing/2014/main" id="{9ACF6144-C85E-BAD2-0FF5-0E4D46DC29B6}"/>
                </a:ext>
              </a:extLst>
            </p:cNvPr>
            <p:cNvSpPr/>
            <p:nvPr userDrawn="1"/>
          </p:nvSpPr>
          <p:spPr>
            <a:xfrm>
              <a:off x="0" y="457301"/>
              <a:ext cx="12192000" cy="738000"/>
            </a:xfrm>
            <a:custGeom>
              <a:avLst/>
              <a:gdLst>
                <a:gd name="csX0" fmla="*/ 0 w 12192000"/>
                <a:gd name="csY0" fmla="*/ 0 h 738000"/>
                <a:gd name="csX1" fmla="*/ 12192000 w 12192000"/>
                <a:gd name="csY1" fmla="*/ 0 h 738000"/>
                <a:gd name="csX2" fmla="*/ 12192000 w 12192000"/>
                <a:gd name="csY2" fmla="*/ 738000 h 738000"/>
                <a:gd name="csX3" fmla="*/ 12190721 w 12192000"/>
                <a:gd name="csY3" fmla="*/ 738000 h 738000"/>
                <a:gd name="csX4" fmla="*/ 12187271 w 12192000"/>
                <a:gd name="csY4" fmla="*/ 703780 h 738000"/>
                <a:gd name="csX5" fmla="*/ 11959192 w 12192000"/>
                <a:gd name="csY5" fmla="*/ 517890 h 738000"/>
                <a:gd name="csX6" fmla="*/ 232810 w 12192000"/>
                <a:gd name="csY6" fmla="*/ 517890 h 738000"/>
                <a:gd name="csX7" fmla="*/ 4731 w 12192000"/>
                <a:gd name="csY7" fmla="*/ 703780 h 738000"/>
                <a:gd name="csX8" fmla="*/ 1281 w 12192000"/>
                <a:gd name="csY8" fmla="*/ 738000 h 738000"/>
                <a:gd name="csX9" fmla="*/ 0 w 12192000"/>
                <a:gd name="csY9" fmla="*/ 738000 h 738000"/>
                <a:gd name="csX10" fmla="*/ 0 w 12192000"/>
                <a:gd name="csY10" fmla="*/ 0 h 73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2000" h="738000">
                  <a:moveTo>
                    <a:pt x="0" y="0"/>
                  </a:moveTo>
                  <a:lnTo>
                    <a:pt x="12192000" y="0"/>
                  </a:lnTo>
                  <a:lnTo>
                    <a:pt x="12192000" y="738000"/>
                  </a:lnTo>
                  <a:lnTo>
                    <a:pt x="12190721" y="738000"/>
                  </a:lnTo>
                  <a:lnTo>
                    <a:pt x="12187271" y="703780"/>
                  </a:lnTo>
                  <a:cubicBezTo>
                    <a:pt x="12165563" y="597693"/>
                    <a:pt x="12071697" y="517890"/>
                    <a:pt x="11959192" y="517890"/>
                  </a:cubicBezTo>
                  <a:lnTo>
                    <a:pt x="232810" y="517890"/>
                  </a:lnTo>
                  <a:cubicBezTo>
                    <a:pt x="120305" y="517890"/>
                    <a:pt x="26439" y="597693"/>
                    <a:pt x="4731" y="703780"/>
                  </a:cubicBezTo>
                  <a:lnTo>
                    <a:pt x="1281" y="738000"/>
                  </a:lnTo>
                  <a:lnTo>
                    <a:pt x="0" y="738000"/>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pic>
          <p:nvPicPr>
            <p:cNvPr id="12" name="Picture 11" descr="A white text on a black background&#10;&#10;Description automatically generated">
              <a:extLst>
                <a:ext uri="{FF2B5EF4-FFF2-40B4-BE49-F238E27FC236}">
                  <a16:creationId xmlns:a16="http://schemas.microsoft.com/office/drawing/2014/main" id="{79C72C35-B7E7-34DB-D43A-05841503B21A}"/>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val="0"/>
                </a:ext>
              </a:extLst>
            </a:blip>
            <a:stretch>
              <a:fillRect/>
            </a:stretch>
          </p:blipFill>
          <p:spPr>
            <a:xfrm>
              <a:off x="11330859" y="638528"/>
              <a:ext cx="669797" cy="159177"/>
            </a:xfrm>
            <a:prstGeom prst="rect">
              <a:avLst/>
            </a:prstGeom>
          </p:spPr>
        </p:pic>
      </p:grpSp>
      <p:sp>
        <p:nvSpPr>
          <p:cNvPr id="14" name="Title 2">
            <a:extLst>
              <a:ext uri="{FF2B5EF4-FFF2-40B4-BE49-F238E27FC236}">
                <a16:creationId xmlns:a16="http://schemas.microsoft.com/office/drawing/2014/main" id="{D9A4D6F1-25B7-D5B6-78A0-8CA261D76897}"/>
              </a:ext>
            </a:extLst>
          </p:cNvPr>
          <p:cNvSpPr txBox="1"/>
          <p:nvPr userDrawn="1"/>
        </p:nvSpPr>
        <p:spPr>
          <a:xfrm>
            <a:off x="263351" y="88547"/>
            <a:ext cx="10469870" cy="53914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a:solidFill>
                  <a:schemeClr val="bg1"/>
                </a:solidFill>
              </a:rPr>
              <a:t>Truly global operations with safety and efficiency as a key value​</a:t>
            </a:r>
          </a:p>
        </p:txBody>
      </p:sp>
    </p:spTree>
    <p:extLst>
      <p:ext uri="{BB962C8B-B14F-4D97-AF65-F5344CB8AC3E}">
        <p14:creationId xmlns:p14="http://schemas.microsoft.com/office/powerpoint/2010/main" val="3833503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7312AE57-C965-EC2D-3424-68D9C64C1269}"/>
              </a:ext>
            </a:extLst>
          </p:cNvPr>
          <p:cNvGrpSpPr/>
          <p:nvPr userDrawn="1"/>
        </p:nvGrpSpPr>
        <p:grpSpPr>
          <a:xfrm>
            <a:off x="2634341" y="1107200"/>
            <a:ext cx="9619672" cy="5128004"/>
            <a:chOff x="1631504" y="1288066"/>
            <a:chExt cx="9960322" cy="5309596"/>
          </a:xfrm>
        </p:grpSpPr>
        <p:pic>
          <p:nvPicPr>
            <p:cNvPr id="47" name="Picture 46" descr="A map of the world&#10;&#10;Description automatically generated">
              <a:extLst>
                <a:ext uri="{FF2B5EF4-FFF2-40B4-BE49-F238E27FC236}">
                  <a16:creationId xmlns:a16="http://schemas.microsoft.com/office/drawing/2014/main" id="{D20DDCA1-9654-290C-6074-0294F662B208}"/>
                </a:ext>
              </a:extLst>
            </p:cNvPr>
            <p:cNvPicPr/>
            <p:nvPr userDrawn="1"/>
          </p:nvPicPr>
          <p:blipFill>
            <a:blip r:embed="rId2">
              <a:extLst>
                <a:ext uri="{28A0092B-C50C-407E-A947-70E740481C1C}">
                  <a14:useLocalDpi xmlns:a14="http://schemas.microsoft.com/office/drawing/2010/main" val="0"/>
                </a:ext>
              </a:extLst>
            </a:blip>
            <a:stretch>
              <a:fillRect/>
            </a:stretch>
          </p:blipFill>
          <p:spPr>
            <a:xfrm>
              <a:off x="1631504" y="1288066"/>
              <a:ext cx="9361040" cy="5309596"/>
            </a:xfrm>
            <a:prstGeom prst="rect">
              <a:avLst/>
            </a:prstGeom>
          </p:spPr>
        </p:pic>
        <p:grpSp>
          <p:nvGrpSpPr>
            <p:cNvPr id="52" name="Group 51">
              <a:extLst>
                <a:ext uri="{FF2B5EF4-FFF2-40B4-BE49-F238E27FC236}">
                  <a16:creationId xmlns:a16="http://schemas.microsoft.com/office/drawing/2014/main" id="{DB6EA725-8844-2278-3EF1-8ED97F833FB9}"/>
                </a:ext>
              </a:extLst>
            </p:cNvPr>
            <p:cNvGrpSpPr/>
            <p:nvPr userDrawn="1"/>
          </p:nvGrpSpPr>
          <p:grpSpPr>
            <a:xfrm>
              <a:off x="6168983" y="3411115"/>
              <a:ext cx="1710609" cy="1210919"/>
              <a:chOff x="6026478" y="3360737"/>
              <a:chExt cx="1710609" cy="1210919"/>
            </a:xfrm>
          </p:grpSpPr>
          <p:cxnSp>
            <p:nvCxnSpPr>
              <p:cNvPr id="53" name="Straight Connector 52">
                <a:extLst>
                  <a:ext uri="{FF2B5EF4-FFF2-40B4-BE49-F238E27FC236}">
                    <a16:creationId xmlns:a16="http://schemas.microsoft.com/office/drawing/2014/main" id="{C9F9B0F0-A2BC-977A-221F-06F1B39A6EBD}"/>
                  </a:ext>
                </a:extLst>
              </p:cNvPr>
              <p:cNvCxnSpPr/>
              <p:nvPr/>
            </p:nvCxnSpPr>
            <p:spPr>
              <a:xfrm>
                <a:off x="6094741" y="3573463"/>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4" name="Subtitle 1">
                <a:extLst>
                  <a:ext uri="{FF2B5EF4-FFF2-40B4-BE49-F238E27FC236}">
                    <a16:creationId xmlns:a16="http://schemas.microsoft.com/office/drawing/2014/main" id="{AA212895-421D-8AD3-895F-E8819D7E3B20}"/>
                  </a:ext>
                </a:extLst>
              </p:cNvPr>
              <p:cNvSpPr txBox="1"/>
              <p:nvPr/>
            </p:nvSpPr>
            <p:spPr>
              <a:xfrm>
                <a:off x="6040160" y="3999851"/>
                <a:ext cx="1696927" cy="571805"/>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defTabSz="734400">
                  <a:spcBef>
                    <a:spcPts val="0"/>
                  </a:spcBef>
                  <a:buNone/>
                </a:pPr>
                <a:r>
                  <a:rPr lang="en-US" sz="1200"/>
                  <a:t>France </a:t>
                </a:r>
                <a:br>
                  <a:rPr lang="en-US" sz="1200"/>
                </a:br>
                <a:r>
                  <a:rPr lang="en-US" sz="1200"/>
                  <a:t>Central</a:t>
                </a:r>
              </a:p>
              <a:p>
                <a:pPr marL="36000" indent="0" defTabSz="734400">
                  <a:spcBef>
                    <a:spcPts val="0"/>
                  </a:spcBef>
                  <a:buNone/>
                </a:pPr>
                <a:endParaRPr lang="en-US" sz="1200"/>
              </a:p>
              <a:p>
                <a:pPr marL="36000" indent="0" defTabSz="734400">
                  <a:spcBef>
                    <a:spcPts val="0"/>
                  </a:spcBef>
                  <a:buNone/>
                </a:pPr>
                <a:endParaRPr lang="en-US" sz="1200"/>
              </a:p>
              <a:p>
                <a:pPr marL="36000" indent="0" defTabSz="734400">
                  <a:spcBef>
                    <a:spcPts val="0"/>
                  </a:spcBef>
                  <a:buNone/>
                </a:pPr>
                <a:endParaRPr lang="en-US" sz="1200"/>
              </a:p>
              <a:p>
                <a:pPr marL="36000" indent="0" defTabSz="734400">
                  <a:spcBef>
                    <a:spcPts val="0"/>
                  </a:spcBef>
                  <a:buNone/>
                </a:pPr>
                <a:endParaRPr lang="en-US" sz="1200"/>
              </a:p>
            </p:txBody>
          </p:sp>
          <p:sp>
            <p:nvSpPr>
              <p:cNvPr id="55" name="Rectangle 54">
                <a:extLst>
                  <a:ext uri="{FF2B5EF4-FFF2-40B4-BE49-F238E27FC236}">
                    <a16:creationId xmlns:a16="http://schemas.microsoft.com/office/drawing/2014/main" id="{4BB38BAB-4746-1913-C0D9-24D1138909C0}"/>
                  </a:ext>
                </a:extLst>
              </p:cNvPr>
              <p:cNvSpPr/>
              <p:nvPr/>
            </p:nvSpPr>
            <p:spPr>
              <a:xfrm>
                <a:off x="6026478" y="3360737"/>
                <a:ext cx="136525" cy="136525"/>
              </a:xfrm>
              <a:prstGeom prst="rect">
                <a:avLst/>
              </a:prstGeom>
              <a:noFill/>
              <a:ln w="15875">
                <a:solidFill>
                  <a:srgbClr val="8E7D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grpSp>
        <p:grpSp>
          <p:nvGrpSpPr>
            <p:cNvPr id="56" name="Group 55">
              <a:extLst>
                <a:ext uri="{FF2B5EF4-FFF2-40B4-BE49-F238E27FC236}">
                  <a16:creationId xmlns:a16="http://schemas.microsoft.com/office/drawing/2014/main" id="{E74A364A-DECA-CFDD-B174-F59D71A63BA0}"/>
                </a:ext>
              </a:extLst>
            </p:cNvPr>
            <p:cNvGrpSpPr/>
            <p:nvPr userDrawn="1"/>
          </p:nvGrpSpPr>
          <p:grpSpPr>
            <a:xfrm>
              <a:off x="4079489" y="2872591"/>
              <a:ext cx="1696927" cy="1004496"/>
              <a:chOff x="783040" y="3624406"/>
              <a:chExt cx="1696927" cy="1004496"/>
            </a:xfrm>
          </p:grpSpPr>
          <p:sp>
            <p:nvSpPr>
              <p:cNvPr id="57" name="Rectangle 56">
                <a:extLst>
                  <a:ext uri="{FF2B5EF4-FFF2-40B4-BE49-F238E27FC236}">
                    <a16:creationId xmlns:a16="http://schemas.microsoft.com/office/drawing/2014/main" id="{CC6976CE-A574-662A-2348-0473DFE28050}"/>
                  </a:ext>
                </a:extLst>
              </p:cNvPr>
              <p:cNvSpPr/>
              <p:nvPr/>
            </p:nvSpPr>
            <p:spPr>
              <a:xfrm>
                <a:off x="790065" y="4531271"/>
                <a:ext cx="97631" cy="97631"/>
              </a:xfrm>
              <a:prstGeom prst="rect">
                <a:avLst/>
              </a:prstGeom>
              <a:solidFill>
                <a:srgbClr val="8E7DD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cxnSp>
            <p:nvCxnSpPr>
              <p:cNvPr id="58" name="Straight Connector 57">
                <a:extLst>
                  <a:ext uri="{FF2B5EF4-FFF2-40B4-BE49-F238E27FC236}">
                    <a16:creationId xmlns:a16="http://schemas.microsoft.com/office/drawing/2014/main" id="{07C8B8F6-45A8-230D-7228-AC9CC29615AB}"/>
                  </a:ext>
                </a:extLst>
              </p:cNvPr>
              <p:cNvCxnSpPr/>
              <p:nvPr/>
            </p:nvCxnSpPr>
            <p:spPr>
              <a:xfrm>
                <a:off x="837621" y="3679975"/>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59" name="Subtitle 1">
                <a:extLst>
                  <a:ext uri="{FF2B5EF4-FFF2-40B4-BE49-F238E27FC236}">
                    <a16:creationId xmlns:a16="http://schemas.microsoft.com/office/drawing/2014/main" id="{F9083C0D-0A2E-12D7-48C2-427C8735C788}"/>
                  </a:ext>
                </a:extLst>
              </p:cNvPr>
              <p:cNvSpPr txBox="1"/>
              <p:nvPr/>
            </p:nvSpPr>
            <p:spPr>
              <a:xfrm>
                <a:off x="783040" y="3624406"/>
                <a:ext cx="1696927" cy="394274"/>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defTabSz="734400">
                  <a:spcBef>
                    <a:spcPts val="0"/>
                  </a:spcBef>
                  <a:buNone/>
                </a:pPr>
                <a:r>
                  <a:rPr lang="en-US" sz="1200"/>
                  <a:t>US</a:t>
                </a:r>
                <a:br>
                  <a:rPr lang="en-US" sz="1200"/>
                </a:br>
                <a:r>
                  <a:rPr lang="en-US" sz="1200"/>
                  <a:t>Raleigh</a:t>
                </a:r>
              </a:p>
              <a:p>
                <a:pPr marL="36000" indent="0" defTabSz="734400">
                  <a:spcBef>
                    <a:spcPts val="0"/>
                  </a:spcBef>
                  <a:buNone/>
                </a:pPr>
                <a:endParaRPr lang="en-US" sz="1200"/>
              </a:p>
              <a:p>
                <a:pPr marL="36000" indent="0" defTabSz="734400">
                  <a:spcBef>
                    <a:spcPts val="0"/>
                  </a:spcBef>
                  <a:buNone/>
                </a:pPr>
                <a:endParaRPr lang="en-US" sz="1200"/>
              </a:p>
              <a:p>
                <a:pPr marL="36000" indent="0" defTabSz="734400">
                  <a:spcBef>
                    <a:spcPts val="0"/>
                  </a:spcBef>
                  <a:buNone/>
                </a:pPr>
                <a:endParaRPr lang="en-US" sz="1200"/>
              </a:p>
              <a:p>
                <a:pPr marL="36000" indent="0" defTabSz="734400">
                  <a:spcBef>
                    <a:spcPts val="0"/>
                  </a:spcBef>
                  <a:buNone/>
                </a:pPr>
                <a:endParaRPr lang="en-US" sz="1200"/>
              </a:p>
            </p:txBody>
          </p:sp>
        </p:grpSp>
        <p:grpSp>
          <p:nvGrpSpPr>
            <p:cNvPr id="60" name="Group 59">
              <a:extLst>
                <a:ext uri="{FF2B5EF4-FFF2-40B4-BE49-F238E27FC236}">
                  <a16:creationId xmlns:a16="http://schemas.microsoft.com/office/drawing/2014/main" id="{04005F56-C494-434B-C0F8-CC967C160438}"/>
                </a:ext>
              </a:extLst>
            </p:cNvPr>
            <p:cNvGrpSpPr/>
            <p:nvPr userDrawn="1"/>
          </p:nvGrpSpPr>
          <p:grpSpPr>
            <a:xfrm>
              <a:off x="6527474" y="2026640"/>
              <a:ext cx="1696927" cy="1004496"/>
              <a:chOff x="6040160" y="2473319"/>
              <a:chExt cx="1696927" cy="1004496"/>
            </a:xfrm>
          </p:grpSpPr>
          <p:sp>
            <p:nvSpPr>
              <p:cNvPr id="61" name="Rectangle 60">
                <a:extLst>
                  <a:ext uri="{FF2B5EF4-FFF2-40B4-BE49-F238E27FC236}">
                    <a16:creationId xmlns:a16="http://schemas.microsoft.com/office/drawing/2014/main" id="{87A268FB-3C91-70EA-BE13-739B731C6057}"/>
                  </a:ext>
                </a:extLst>
              </p:cNvPr>
              <p:cNvSpPr/>
              <p:nvPr/>
            </p:nvSpPr>
            <p:spPr>
              <a:xfrm>
                <a:off x="6047185" y="3380184"/>
                <a:ext cx="97631" cy="97631"/>
              </a:xfrm>
              <a:prstGeom prst="rect">
                <a:avLst/>
              </a:prstGeom>
              <a:solidFill>
                <a:srgbClr val="8E7DD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cxnSp>
            <p:nvCxnSpPr>
              <p:cNvPr id="62" name="Straight Connector 61">
                <a:extLst>
                  <a:ext uri="{FF2B5EF4-FFF2-40B4-BE49-F238E27FC236}">
                    <a16:creationId xmlns:a16="http://schemas.microsoft.com/office/drawing/2014/main" id="{3C87A2E7-5401-972E-EC0F-B8CB88749384}"/>
                  </a:ext>
                </a:extLst>
              </p:cNvPr>
              <p:cNvCxnSpPr/>
              <p:nvPr/>
            </p:nvCxnSpPr>
            <p:spPr>
              <a:xfrm>
                <a:off x="6094741" y="2528888"/>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63" name="Subtitle 1">
                <a:extLst>
                  <a:ext uri="{FF2B5EF4-FFF2-40B4-BE49-F238E27FC236}">
                    <a16:creationId xmlns:a16="http://schemas.microsoft.com/office/drawing/2014/main" id="{935FB798-53C1-F2EE-34E5-590806D01957}"/>
                  </a:ext>
                </a:extLst>
              </p:cNvPr>
              <p:cNvSpPr txBox="1"/>
              <p:nvPr/>
            </p:nvSpPr>
            <p:spPr>
              <a:xfrm>
                <a:off x="6040160" y="2473319"/>
                <a:ext cx="1696927" cy="394274"/>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defTabSz="734400">
                  <a:spcBef>
                    <a:spcPts val="0"/>
                  </a:spcBef>
                  <a:buNone/>
                </a:pPr>
                <a:r>
                  <a:rPr lang="en-US" sz="1200"/>
                  <a:t>Sweden</a:t>
                </a:r>
                <a:br>
                  <a:rPr lang="en-US" sz="1200"/>
                </a:br>
                <a:r>
                  <a:rPr lang="en-US" sz="1200"/>
                  <a:t>Uppsala</a:t>
                </a:r>
              </a:p>
              <a:p>
                <a:pPr marL="36000" indent="0" defTabSz="734400">
                  <a:spcBef>
                    <a:spcPts val="0"/>
                  </a:spcBef>
                  <a:buNone/>
                </a:pPr>
                <a:endParaRPr lang="en-US" sz="1200"/>
              </a:p>
              <a:p>
                <a:pPr marL="36000" indent="0" defTabSz="734400">
                  <a:spcBef>
                    <a:spcPts val="0"/>
                  </a:spcBef>
                  <a:buNone/>
                </a:pPr>
                <a:endParaRPr lang="en-US" sz="1200"/>
              </a:p>
              <a:p>
                <a:pPr marL="36000" indent="0" defTabSz="734400">
                  <a:spcBef>
                    <a:spcPts val="0"/>
                  </a:spcBef>
                  <a:buNone/>
                </a:pPr>
                <a:endParaRPr lang="en-US" sz="1200"/>
              </a:p>
              <a:p>
                <a:pPr marL="36000" indent="0" defTabSz="734400">
                  <a:spcBef>
                    <a:spcPts val="0"/>
                  </a:spcBef>
                  <a:buNone/>
                </a:pPr>
                <a:endParaRPr lang="en-US" sz="1200"/>
              </a:p>
            </p:txBody>
          </p:sp>
        </p:grpSp>
        <p:grpSp>
          <p:nvGrpSpPr>
            <p:cNvPr id="64" name="Group 63">
              <a:extLst>
                <a:ext uri="{FF2B5EF4-FFF2-40B4-BE49-F238E27FC236}">
                  <a16:creationId xmlns:a16="http://schemas.microsoft.com/office/drawing/2014/main" id="{5DB888B9-A59C-D889-F9F8-B557DEC04676}"/>
                </a:ext>
              </a:extLst>
            </p:cNvPr>
            <p:cNvGrpSpPr/>
            <p:nvPr userDrawn="1"/>
          </p:nvGrpSpPr>
          <p:grpSpPr>
            <a:xfrm>
              <a:off x="7865832" y="3233566"/>
              <a:ext cx="1135853" cy="1004496"/>
              <a:chOff x="5008963" y="2473319"/>
              <a:chExt cx="1135853" cy="1004496"/>
            </a:xfrm>
          </p:grpSpPr>
          <p:sp>
            <p:nvSpPr>
              <p:cNvPr id="65" name="Rectangle 64">
                <a:extLst>
                  <a:ext uri="{FF2B5EF4-FFF2-40B4-BE49-F238E27FC236}">
                    <a16:creationId xmlns:a16="http://schemas.microsoft.com/office/drawing/2014/main" id="{49171D21-ABBC-C8CF-FCAA-1B598E5113A8}"/>
                  </a:ext>
                </a:extLst>
              </p:cNvPr>
              <p:cNvSpPr/>
              <p:nvPr/>
            </p:nvSpPr>
            <p:spPr>
              <a:xfrm>
                <a:off x="6047185" y="3380184"/>
                <a:ext cx="97631" cy="97631"/>
              </a:xfrm>
              <a:prstGeom prst="rect">
                <a:avLst/>
              </a:prstGeom>
              <a:solidFill>
                <a:srgbClr val="8E7DD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cxnSp>
            <p:nvCxnSpPr>
              <p:cNvPr id="66" name="Straight Connector 65">
                <a:extLst>
                  <a:ext uri="{FF2B5EF4-FFF2-40B4-BE49-F238E27FC236}">
                    <a16:creationId xmlns:a16="http://schemas.microsoft.com/office/drawing/2014/main" id="{5FE6D6C4-FD85-55B1-2272-F222E552A94C}"/>
                  </a:ext>
                </a:extLst>
              </p:cNvPr>
              <p:cNvCxnSpPr/>
              <p:nvPr/>
            </p:nvCxnSpPr>
            <p:spPr>
              <a:xfrm>
                <a:off x="6094741" y="2528888"/>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67" name="Subtitle 1">
                <a:extLst>
                  <a:ext uri="{FF2B5EF4-FFF2-40B4-BE49-F238E27FC236}">
                    <a16:creationId xmlns:a16="http://schemas.microsoft.com/office/drawing/2014/main" id="{08222FCA-3D50-C39A-F85E-B6BE2B63ADF9}"/>
                  </a:ext>
                </a:extLst>
              </p:cNvPr>
              <p:cNvSpPr txBox="1"/>
              <p:nvPr/>
            </p:nvSpPr>
            <p:spPr>
              <a:xfrm flipH="1">
                <a:off x="5008963" y="2473319"/>
                <a:ext cx="1085701" cy="394274"/>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algn="r" defTabSz="734400">
                  <a:spcBef>
                    <a:spcPts val="0"/>
                  </a:spcBef>
                  <a:buNone/>
                </a:pPr>
                <a:r>
                  <a:rPr lang="en-US" sz="1200"/>
                  <a:t>Hanoi</a:t>
                </a:r>
                <a:br>
                  <a:rPr lang="en-US" sz="1200"/>
                </a:br>
                <a:r>
                  <a:rPr lang="en-US" sz="1200"/>
                  <a:t>Vietnam</a:t>
                </a:r>
              </a:p>
            </p:txBody>
          </p:sp>
        </p:grpSp>
        <p:grpSp>
          <p:nvGrpSpPr>
            <p:cNvPr id="68" name="Group 67">
              <a:extLst>
                <a:ext uri="{FF2B5EF4-FFF2-40B4-BE49-F238E27FC236}">
                  <a16:creationId xmlns:a16="http://schemas.microsoft.com/office/drawing/2014/main" id="{3E88F4C2-F558-B9AC-87B6-CC1DDEF6BD38}"/>
                </a:ext>
              </a:extLst>
            </p:cNvPr>
            <p:cNvGrpSpPr/>
            <p:nvPr userDrawn="1"/>
          </p:nvGrpSpPr>
          <p:grpSpPr>
            <a:xfrm>
              <a:off x="8199900" y="2704019"/>
              <a:ext cx="1218560" cy="2387436"/>
              <a:chOff x="7623836" y="2704019"/>
              <a:chExt cx="1218560" cy="2387436"/>
            </a:xfrm>
          </p:grpSpPr>
          <p:cxnSp>
            <p:nvCxnSpPr>
              <p:cNvPr id="69" name="Straight Connector 68">
                <a:extLst>
                  <a:ext uri="{FF2B5EF4-FFF2-40B4-BE49-F238E27FC236}">
                    <a16:creationId xmlns:a16="http://schemas.microsoft.com/office/drawing/2014/main" id="{5A5B43C1-9416-EB33-4655-E46F8C29FB6B}"/>
                  </a:ext>
                </a:extLst>
              </p:cNvPr>
              <p:cNvCxnSpPr/>
              <p:nvPr/>
            </p:nvCxnSpPr>
            <p:spPr>
              <a:xfrm>
                <a:off x="8774134" y="4098259"/>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70" name="Subtitle 1">
                <a:extLst>
                  <a:ext uri="{FF2B5EF4-FFF2-40B4-BE49-F238E27FC236}">
                    <a16:creationId xmlns:a16="http://schemas.microsoft.com/office/drawing/2014/main" id="{A121BE92-6B3E-8BD1-214B-68120B6ECA6A}"/>
                  </a:ext>
                </a:extLst>
              </p:cNvPr>
              <p:cNvSpPr txBox="1"/>
              <p:nvPr/>
            </p:nvSpPr>
            <p:spPr>
              <a:xfrm flipH="1">
                <a:off x="8100274" y="4519650"/>
                <a:ext cx="689467" cy="571805"/>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algn="r" defTabSz="734400">
                  <a:spcBef>
                    <a:spcPts val="0"/>
                  </a:spcBef>
                  <a:buNone/>
                </a:pPr>
                <a:r>
                  <a:rPr lang="en-US" sz="1200"/>
                  <a:t>China </a:t>
                </a:r>
              </a:p>
              <a:p>
                <a:pPr marL="36000" indent="0" algn="r" defTabSz="734400">
                  <a:spcBef>
                    <a:spcPts val="0"/>
                  </a:spcBef>
                  <a:buNone/>
                </a:pPr>
                <a:r>
                  <a:rPr lang="en-US" sz="1200"/>
                  <a:t>East</a:t>
                </a:r>
              </a:p>
            </p:txBody>
          </p:sp>
          <p:sp>
            <p:nvSpPr>
              <p:cNvPr id="71" name="Rectangle 70">
                <a:extLst>
                  <a:ext uri="{FF2B5EF4-FFF2-40B4-BE49-F238E27FC236}">
                    <a16:creationId xmlns:a16="http://schemas.microsoft.com/office/drawing/2014/main" id="{D052A398-F64C-E40C-06D3-24C5E9CD44C4}"/>
                  </a:ext>
                </a:extLst>
              </p:cNvPr>
              <p:cNvSpPr/>
              <p:nvPr/>
            </p:nvSpPr>
            <p:spPr>
              <a:xfrm>
                <a:off x="8705871" y="3885533"/>
                <a:ext cx="136525" cy="136525"/>
              </a:xfrm>
              <a:prstGeom prst="rect">
                <a:avLst/>
              </a:prstGeom>
              <a:noFill/>
              <a:ln w="15875">
                <a:solidFill>
                  <a:srgbClr val="8E7D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72" name="Rectangle 71">
                <a:extLst>
                  <a:ext uri="{FF2B5EF4-FFF2-40B4-BE49-F238E27FC236}">
                    <a16:creationId xmlns:a16="http://schemas.microsoft.com/office/drawing/2014/main" id="{ABF8C7EB-9C73-8EEF-3561-9D0BBB3FA15B}"/>
                  </a:ext>
                </a:extLst>
              </p:cNvPr>
              <p:cNvSpPr/>
              <p:nvPr/>
            </p:nvSpPr>
            <p:spPr>
              <a:xfrm>
                <a:off x="8725318" y="3904980"/>
                <a:ext cx="97631" cy="97631"/>
              </a:xfrm>
              <a:prstGeom prst="rect">
                <a:avLst/>
              </a:prstGeom>
              <a:solidFill>
                <a:srgbClr val="8E7DD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cxnSp>
            <p:nvCxnSpPr>
              <p:cNvPr id="73" name="Straight Connector 72">
                <a:extLst>
                  <a:ext uri="{FF2B5EF4-FFF2-40B4-BE49-F238E27FC236}">
                    <a16:creationId xmlns:a16="http://schemas.microsoft.com/office/drawing/2014/main" id="{C1675968-7B99-3C3A-1F17-5A93254E4BE8}"/>
                  </a:ext>
                </a:extLst>
              </p:cNvPr>
              <p:cNvCxnSpPr/>
              <p:nvPr/>
            </p:nvCxnSpPr>
            <p:spPr>
              <a:xfrm>
                <a:off x="8774134" y="2752897"/>
                <a:ext cx="0" cy="1056437"/>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74" name="Subtitle 1">
                <a:extLst>
                  <a:ext uri="{FF2B5EF4-FFF2-40B4-BE49-F238E27FC236}">
                    <a16:creationId xmlns:a16="http://schemas.microsoft.com/office/drawing/2014/main" id="{AFEF932B-FBFF-CC8A-85A3-E6E675BCC95E}"/>
                  </a:ext>
                </a:extLst>
              </p:cNvPr>
              <p:cNvSpPr txBox="1"/>
              <p:nvPr/>
            </p:nvSpPr>
            <p:spPr>
              <a:xfrm flipH="1">
                <a:off x="7623836" y="2704019"/>
                <a:ext cx="1165906" cy="394274"/>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algn="r" defTabSz="734400">
                  <a:spcBef>
                    <a:spcPts val="0"/>
                  </a:spcBef>
                  <a:buNone/>
                </a:pPr>
                <a:r>
                  <a:rPr lang="en-US" sz="1200"/>
                  <a:t>China</a:t>
                </a:r>
                <a:br>
                  <a:rPr lang="en-US" sz="1200"/>
                </a:br>
                <a:r>
                  <a:rPr lang="en-US" sz="1200"/>
                  <a:t>Shanghai</a:t>
                </a:r>
              </a:p>
            </p:txBody>
          </p:sp>
        </p:grpSp>
        <p:grpSp>
          <p:nvGrpSpPr>
            <p:cNvPr id="75" name="Group 74">
              <a:extLst>
                <a:ext uri="{FF2B5EF4-FFF2-40B4-BE49-F238E27FC236}">
                  <a16:creationId xmlns:a16="http://schemas.microsoft.com/office/drawing/2014/main" id="{AB63248C-9EC0-F203-0711-63A50BFEA8A3}"/>
                </a:ext>
              </a:extLst>
            </p:cNvPr>
            <p:cNvGrpSpPr/>
            <p:nvPr userDrawn="1"/>
          </p:nvGrpSpPr>
          <p:grpSpPr>
            <a:xfrm>
              <a:off x="9758374" y="2697328"/>
              <a:ext cx="1710609" cy="2098154"/>
              <a:chOff x="9182310" y="2697328"/>
              <a:chExt cx="1710609" cy="2098154"/>
            </a:xfrm>
          </p:grpSpPr>
          <p:cxnSp>
            <p:nvCxnSpPr>
              <p:cNvPr id="76" name="Straight Connector 75">
                <a:extLst>
                  <a:ext uri="{FF2B5EF4-FFF2-40B4-BE49-F238E27FC236}">
                    <a16:creationId xmlns:a16="http://schemas.microsoft.com/office/drawing/2014/main" id="{5817C166-F193-9338-F521-23EDBFB1A8AC}"/>
                  </a:ext>
                </a:extLst>
              </p:cNvPr>
              <p:cNvCxnSpPr/>
              <p:nvPr/>
            </p:nvCxnSpPr>
            <p:spPr>
              <a:xfrm>
                <a:off x="9250573" y="3797472"/>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77" name="Subtitle 1">
                <a:extLst>
                  <a:ext uri="{FF2B5EF4-FFF2-40B4-BE49-F238E27FC236}">
                    <a16:creationId xmlns:a16="http://schemas.microsoft.com/office/drawing/2014/main" id="{7EF45CD3-6F53-4C0D-ECE7-AD3640967470}"/>
                  </a:ext>
                </a:extLst>
              </p:cNvPr>
              <p:cNvSpPr txBox="1"/>
              <p:nvPr/>
            </p:nvSpPr>
            <p:spPr>
              <a:xfrm>
                <a:off x="9195992" y="4223677"/>
                <a:ext cx="1696927" cy="571805"/>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defTabSz="734400">
                  <a:spcBef>
                    <a:spcPts val="0"/>
                  </a:spcBef>
                  <a:buNone/>
                </a:pPr>
                <a:r>
                  <a:rPr lang="en-US" sz="1200"/>
                  <a:t>Japan </a:t>
                </a:r>
              </a:p>
              <a:p>
                <a:pPr marL="36000" indent="0" defTabSz="734400">
                  <a:spcBef>
                    <a:spcPts val="0"/>
                  </a:spcBef>
                  <a:buNone/>
                </a:pPr>
                <a:r>
                  <a:rPr lang="en-US" sz="1200"/>
                  <a:t>East</a:t>
                </a:r>
              </a:p>
            </p:txBody>
          </p:sp>
          <p:sp>
            <p:nvSpPr>
              <p:cNvPr id="78" name="Rectangle 77">
                <a:extLst>
                  <a:ext uri="{FF2B5EF4-FFF2-40B4-BE49-F238E27FC236}">
                    <a16:creationId xmlns:a16="http://schemas.microsoft.com/office/drawing/2014/main" id="{2BCCED05-5523-3D4E-0E26-49EFF0F3EA88}"/>
                  </a:ext>
                </a:extLst>
              </p:cNvPr>
              <p:cNvSpPr/>
              <p:nvPr/>
            </p:nvSpPr>
            <p:spPr>
              <a:xfrm>
                <a:off x="9182310" y="3584746"/>
                <a:ext cx="136525" cy="136525"/>
              </a:xfrm>
              <a:prstGeom prst="rect">
                <a:avLst/>
              </a:prstGeom>
              <a:noFill/>
              <a:ln w="15875">
                <a:solidFill>
                  <a:srgbClr val="8E7D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sp>
            <p:nvSpPr>
              <p:cNvPr id="79" name="Rectangle 78">
                <a:extLst>
                  <a:ext uri="{FF2B5EF4-FFF2-40B4-BE49-F238E27FC236}">
                    <a16:creationId xmlns:a16="http://schemas.microsoft.com/office/drawing/2014/main" id="{DD798947-DD78-F31F-3807-A69237EA0B13}"/>
                  </a:ext>
                </a:extLst>
              </p:cNvPr>
              <p:cNvSpPr/>
              <p:nvPr/>
            </p:nvSpPr>
            <p:spPr>
              <a:xfrm>
                <a:off x="9203017" y="3604193"/>
                <a:ext cx="97631" cy="97631"/>
              </a:xfrm>
              <a:prstGeom prst="rect">
                <a:avLst/>
              </a:prstGeom>
              <a:solidFill>
                <a:srgbClr val="8E7DD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cxnSp>
            <p:nvCxnSpPr>
              <p:cNvPr id="80" name="Straight Connector 79">
                <a:extLst>
                  <a:ext uri="{FF2B5EF4-FFF2-40B4-BE49-F238E27FC236}">
                    <a16:creationId xmlns:a16="http://schemas.microsoft.com/office/drawing/2014/main" id="{9CC60DD3-CD2C-152A-A52A-9A7470503D96}"/>
                  </a:ext>
                </a:extLst>
              </p:cNvPr>
              <p:cNvCxnSpPr/>
              <p:nvPr/>
            </p:nvCxnSpPr>
            <p:spPr>
              <a:xfrm>
                <a:off x="9250573" y="2752897"/>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81" name="Subtitle 1">
                <a:extLst>
                  <a:ext uri="{FF2B5EF4-FFF2-40B4-BE49-F238E27FC236}">
                    <a16:creationId xmlns:a16="http://schemas.microsoft.com/office/drawing/2014/main" id="{5C43791A-BBDA-5ABB-2615-AF03745A607F}"/>
                  </a:ext>
                </a:extLst>
              </p:cNvPr>
              <p:cNvSpPr txBox="1"/>
              <p:nvPr/>
            </p:nvSpPr>
            <p:spPr>
              <a:xfrm>
                <a:off x="9195992" y="2697328"/>
                <a:ext cx="1696927" cy="394274"/>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defTabSz="734400">
                  <a:spcBef>
                    <a:spcPts val="0"/>
                  </a:spcBef>
                  <a:buNone/>
                </a:pPr>
                <a:r>
                  <a:rPr lang="en-US" sz="1200"/>
                  <a:t>Japan</a:t>
                </a:r>
                <a:br>
                  <a:rPr lang="en-US" sz="1200"/>
                </a:br>
                <a:r>
                  <a:rPr lang="en-US" sz="1200"/>
                  <a:t>Tokyo</a:t>
                </a:r>
              </a:p>
              <a:p>
                <a:pPr marL="36000" indent="0" defTabSz="734400">
                  <a:spcBef>
                    <a:spcPts val="0"/>
                  </a:spcBef>
                  <a:buNone/>
                </a:pPr>
                <a:endParaRPr lang="en-US" sz="1200"/>
              </a:p>
              <a:p>
                <a:pPr marL="36000" indent="0" defTabSz="734400">
                  <a:spcBef>
                    <a:spcPts val="0"/>
                  </a:spcBef>
                  <a:buNone/>
                </a:pPr>
                <a:endParaRPr lang="en-US" sz="1200"/>
              </a:p>
              <a:p>
                <a:pPr marL="36000" indent="0" defTabSz="734400">
                  <a:spcBef>
                    <a:spcPts val="0"/>
                  </a:spcBef>
                  <a:buNone/>
                </a:pPr>
                <a:endParaRPr lang="en-US" sz="1200"/>
              </a:p>
              <a:p>
                <a:pPr marL="36000" indent="0" defTabSz="734400">
                  <a:spcBef>
                    <a:spcPts val="0"/>
                  </a:spcBef>
                  <a:buNone/>
                </a:pPr>
                <a:endParaRPr lang="en-US" sz="1200"/>
              </a:p>
            </p:txBody>
          </p:sp>
        </p:grpSp>
        <p:grpSp>
          <p:nvGrpSpPr>
            <p:cNvPr id="82" name="Group 81">
              <a:extLst>
                <a:ext uri="{FF2B5EF4-FFF2-40B4-BE49-F238E27FC236}">
                  <a16:creationId xmlns:a16="http://schemas.microsoft.com/office/drawing/2014/main" id="{EB007B1F-98F8-B6FF-DD58-4ABDD1297181}"/>
                </a:ext>
              </a:extLst>
            </p:cNvPr>
            <p:cNvGrpSpPr/>
            <p:nvPr userDrawn="1"/>
          </p:nvGrpSpPr>
          <p:grpSpPr>
            <a:xfrm>
              <a:off x="9894899" y="4975374"/>
              <a:ext cx="1696927" cy="1004496"/>
              <a:chOff x="9318835" y="4975374"/>
              <a:chExt cx="1696927" cy="1004496"/>
            </a:xfrm>
          </p:grpSpPr>
          <p:sp>
            <p:nvSpPr>
              <p:cNvPr id="83" name="Rectangle 82">
                <a:extLst>
                  <a:ext uri="{FF2B5EF4-FFF2-40B4-BE49-F238E27FC236}">
                    <a16:creationId xmlns:a16="http://schemas.microsoft.com/office/drawing/2014/main" id="{B641A2E6-455E-2687-5F44-E0B3305221E7}"/>
                  </a:ext>
                </a:extLst>
              </p:cNvPr>
              <p:cNvSpPr/>
              <p:nvPr/>
            </p:nvSpPr>
            <p:spPr>
              <a:xfrm>
                <a:off x="9325860" y="5882239"/>
                <a:ext cx="97631" cy="97631"/>
              </a:xfrm>
              <a:prstGeom prst="rect">
                <a:avLst/>
              </a:prstGeom>
              <a:solidFill>
                <a:srgbClr val="8E7DD2"/>
              </a:solidFill>
              <a:ln w="158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cxnSp>
            <p:nvCxnSpPr>
              <p:cNvPr id="84" name="Straight Connector 83">
                <a:extLst>
                  <a:ext uri="{FF2B5EF4-FFF2-40B4-BE49-F238E27FC236}">
                    <a16:creationId xmlns:a16="http://schemas.microsoft.com/office/drawing/2014/main" id="{D3A252F2-FC56-2DDA-FD07-283016804115}"/>
                  </a:ext>
                </a:extLst>
              </p:cNvPr>
              <p:cNvCxnSpPr/>
              <p:nvPr/>
            </p:nvCxnSpPr>
            <p:spPr>
              <a:xfrm>
                <a:off x="9373416" y="5030943"/>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85" name="Subtitle 1">
                <a:extLst>
                  <a:ext uri="{FF2B5EF4-FFF2-40B4-BE49-F238E27FC236}">
                    <a16:creationId xmlns:a16="http://schemas.microsoft.com/office/drawing/2014/main" id="{BF211419-F95B-3240-DE91-57A8288A255E}"/>
                  </a:ext>
                </a:extLst>
              </p:cNvPr>
              <p:cNvSpPr txBox="1"/>
              <p:nvPr/>
            </p:nvSpPr>
            <p:spPr>
              <a:xfrm>
                <a:off x="9318835" y="4975374"/>
                <a:ext cx="1696927" cy="394274"/>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defTabSz="734400">
                  <a:spcBef>
                    <a:spcPts val="0"/>
                  </a:spcBef>
                  <a:buNone/>
                </a:pPr>
                <a:r>
                  <a:rPr lang="en-US" sz="1200"/>
                  <a:t>Australia</a:t>
                </a:r>
              </a:p>
              <a:p>
                <a:pPr marL="36000" indent="0" defTabSz="734400">
                  <a:spcBef>
                    <a:spcPts val="0"/>
                  </a:spcBef>
                  <a:buNone/>
                </a:pPr>
                <a:r>
                  <a:rPr lang="en-US" sz="1200"/>
                  <a:t>Melbourne</a:t>
                </a:r>
              </a:p>
            </p:txBody>
          </p:sp>
        </p:grpSp>
        <p:grpSp>
          <p:nvGrpSpPr>
            <p:cNvPr id="86" name="Group 85">
              <a:extLst>
                <a:ext uri="{FF2B5EF4-FFF2-40B4-BE49-F238E27FC236}">
                  <a16:creationId xmlns:a16="http://schemas.microsoft.com/office/drawing/2014/main" id="{EC7198B6-B254-F446-4713-475DC4E1CD51}"/>
                </a:ext>
              </a:extLst>
            </p:cNvPr>
            <p:cNvGrpSpPr/>
            <p:nvPr userDrawn="1"/>
          </p:nvGrpSpPr>
          <p:grpSpPr>
            <a:xfrm>
              <a:off x="2806451" y="3466321"/>
              <a:ext cx="1150662" cy="1375550"/>
              <a:chOff x="-697849" y="3274590"/>
              <a:chExt cx="1150662" cy="1375550"/>
            </a:xfrm>
          </p:grpSpPr>
          <p:cxnSp>
            <p:nvCxnSpPr>
              <p:cNvPr id="87" name="Straight Connector 86">
                <a:extLst>
                  <a:ext uri="{FF2B5EF4-FFF2-40B4-BE49-F238E27FC236}">
                    <a16:creationId xmlns:a16="http://schemas.microsoft.com/office/drawing/2014/main" id="{64FBCDB5-2930-E418-022C-37A79631A505}"/>
                  </a:ext>
                </a:extLst>
              </p:cNvPr>
              <p:cNvCxnSpPr/>
              <p:nvPr/>
            </p:nvCxnSpPr>
            <p:spPr>
              <a:xfrm>
                <a:off x="384551" y="3487316"/>
                <a:ext cx="0" cy="7556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88" name="Subtitle 1">
                <a:extLst>
                  <a:ext uri="{FF2B5EF4-FFF2-40B4-BE49-F238E27FC236}">
                    <a16:creationId xmlns:a16="http://schemas.microsoft.com/office/drawing/2014/main" id="{3C2931E5-B708-C94A-5F2F-2F8C243B3BF2}"/>
                  </a:ext>
                </a:extLst>
              </p:cNvPr>
              <p:cNvSpPr txBox="1"/>
              <p:nvPr/>
            </p:nvSpPr>
            <p:spPr>
              <a:xfrm flipH="1">
                <a:off x="-697849" y="4078335"/>
                <a:ext cx="1150660" cy="571805"/>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algn="r" defTabSz="734400">
                  <a:spcBef>
                    <a:spcPts val="0"/>
                  </a:spcBef>
                  <a:buNone/>
                </a:pPr>
                <a:r>
                  <a:rPr lang="en-US" sz="1200"/>
                  <a:t>Central US</a:t>
                </a:r>
              </a:p>
              <a:p>
                <a:pPr marL="36000" indent="0" algn="just" defTabSz="734400">
                  <a:spcBef>
                    <a:spcPts val="0"/>
                  </a:spcBef>
                  <a:buNone/>
                </a:pPr>
                <a:endParaRPr lang="en-US" sz="1200"/>
              </a:p>
              <a:p>
                <a:pPr marL="36000" indent="0" algn="just" defTabSz="734400">
                  <a:spcBef>
                    <a:spcPts val="0"/>
                  </a:spcBef>
                  <a:buNone/>
                </a:pPr>
                <a:endParaRPr lang="en-US" sz="1200"/>
              </a:p>
              <a:p>
                <a:pPr marL="36000" indent="0" algn="just" defTabSz="734400">
                  <a:spcBef>
                    <a:spcPts val="0"/>
                  </a:spcBef>
                  <a:buNone/>
                </a:pPr>
                <a:endParaRPr lang="en-US" sz="1200"/>
              </a:p>
              <a:p>
                <a:pPr marL="36000" indent="0" algn="just" defTabSz="734400">
                  <a:spcBef>
                    <a:spcPts val="0"/>
                  </a:spcBef>
                  <a:buNone/>
                </a:pPr>
                <a:endParaRPr lang="en-US" sz="1200"/>
              </a:p>
            </p:txBody>
          </p:sp>
          <p:sp>
            <p:nvSpPr>
              <p:cNvPr id="89" name="Rectangle 88">
                <a:extLst>
                  <a:ext uri="{FF2B5EF4-FFF2-40B4-BE49-F238E27FC236}">
                    <a16:creationId xmlns:a16="http://schemas.microsoft.com/office/drawing/2014/main" id="{B7104145-CBD3-05C2-4136-8C54A7A85CC8}"/>
                  </a:ext>
                </a:extLst>
              </p:cNvPr>
              <p:cNvSpPr/>
              <p:nvPr/>
            </p:nvSpPr>
            <p:spPr>
              <a:xfrm>
                <a:off x="316288" y="3274590"/>
                <a:ext cx="136525" cy="136525"/>
              </a:xfrm>
              <a:prstGeom prst="rect">
                <a:avLst/>
              </a:prstGeom>
              <a:noFill/>
              <a:ln w="15875">
                <a:solidFill>
                  <a:srgbClr val="8E7D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US" sz="1600">
                  <a:solidFill>
                    <a:schemeClr val="tx1"/>
                  </a:solidFill>
                </a:endParaRPr>
              </a:p>
            </p:txBody>
          </p:sp>
        </p:grpSp>
      </p:grpSp>
      <p:grpSp>
        <p:nvGrpSpPr>
          <p:cNvPr id="90" name="Group 89">
            <a:extLst>
              <a:ext uri="{FF2B5EF4-FFF2-40B4-BE49-F238E27FC236}">
                <a16:creationId xmlns:a16="http://schemas.microsoft.com/office/drawing/2014/main" id="{4D913DE4-145F-5908-E155-E813862E7B45}"/>
              </a:ext>
            </a:extLst>
          </p:cNvPr>
          <p:cNvGrpSpPr/>
          <p:nvPr userDrawn="1"/>
        </p:nvGrpSpPr>
        <p:grpSpPr>
          <a:xfrm>
            <a:off x="375679" y="1227336"/>
            <a:ext cx="1315216" cy="412491"/>
            <a:chOff x="316288" y="5949280"/>
            <a:chExt cx="1315216" cy="412491"/>
          </a:xfrm>
        </p:grpSpPr>
        <p:sp>
          <p:nvSpPr>
            <p:cNvPr id="91" name="Rectangle 90">
              <a:extLst>
                <a:ext uri="{FF2B5EF4-FFF2-40B4-BE49-F238E27FC236}">
                  <a16:creationId xmlns:a16="http://schemas.microsoft.com/office/drawing/2014/main" id="{C91CDED5-A229-1F1C-D5A6-56BB1B0003E9}"/>
                </a:ext>
              </a:extLst>
            </p:cNvPr>
            <p:cNvSpPr/>
            <p:nvPr/>
          </p:nvSpPr>
          <p:spPr>
            <a:xfrm>
              <a:off x="316288" y="6202868"/>
              <a:ext cx="72000" cy="72000"/>
            </a:xfrm>
            <a:prstGeom prst="rect">
              <a:avLst/>
            </a:prstGeom>
            <a:noFill/>
            <a:ln w="12700">
              <a:solidFill>
                <a:srgbClr val="8E7D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
          <p:nvSpPr>
            <p:cNvPr id="92" name="Subtitle 1">
              <a:extLst>
                <a:ext uri="{FF2B5EF4-FFF2-40B4-BE49-F238E27FC236}">
                  <a16:creationId xmlns:a16="http://schemas.microsoft.com/office/drawing/2014/main" id="{AFB28F19-9911-C5D1-5F3B-2C9320042761}"/>
                </a:ext>
              </a:extLst>
            </p:cNvPr>
            <p:cNvSpPr txBox="1"/>
            <p:nvPr/>
          </p:nvSpPr>
          <p:spPr>
            <a:xfrm>
              <a:off x="407368" y="5949280"/>
              <a:ext cx="1224136" cy="412491"/>
            </a:xfrm>
            <a:prstGeom prst="rect">
              <a:avLst/>
            </a:prstGeom>
          </p:spPr>
          <p:txBody>
            <a:bodyPr/>
            <a:lstStyle>
              <a:lvl1pPr marL="514350" indent="-514350" algn="l" defTabSz="914400" rtl="0" eaLnBrk="1" latinLnBrk="0" hangingPunct="1">
                <a:lnSpc>
                  <a:spcPct val="90000"/>
                </a:lnSpc>
                <a:spcBef>
                  <a:spcPts val="1000"/>
                </a:spcBef>
                <a:buFont typeface="+mj-lt"/>
                <a:buAutoNum type="arabicPeriod"/>
                <a:defRPr sz="2800" kern="1200">
                  <a:solidFill>
                    <a:schemeClr val="tx1"/>
                  </a:solidFill>
                  <a:latin typeface="Viedoc Monument Grotesk" panose="020B0504040202060203" pitchFamily="34" charset="0"/>
                  <a:ea typeface="+mn-ea"/>
                  <a:cs typeface="+mn-cs"/>
                </a:defRPr>
              </a:lvl1pPr>
              <a:lvl2pPr marL="914400" indent="-457200" algn="l" defTabSz="914400" rtl="0" eaLnBrk="1" latinLnBrk="0" hangingPunct="1">
                <a:lnSpc>
                  <a:spcPct val="90000"/>
                </a:lnSpc>
                <a:spcBef>
                  <a:spcPts val="500"/>
                </a:spcBef>
                <a:buFont typeface="+mj-lt"/>
                <a:buAutoNum type="arabicPeriod"/>
                <a:defRPr sz="2400" kern="1200">
                  <a:solidFill>
                    <a:schemeClr val="tx1"/>
                  </a:solidFill>
                  <a:latin typeface="Viedoc Monument Grotesk" panose="020B0504040202060203" pitchFamily="34" charset="0"/>
                  <a:ea typeface="+mn-ea"/>
                  <a:cs typeface="+mn-cs"/>
                </a:defRPr>
              </a:lvl2pPr>
              <a:lvl3pPr marL="1371600" indent="-457200" algn="l" defTabSz="914400" rtl="0" eaLnBrk="1" latinLnBrk="0" hangingPunct="1">
                <a:lnSpc>
                  <a:spcPct val="90000"/>
                </a:lnSpc>
                <a:spcBef>
                  <a:spcPts val="500"/>
                </a:spcBef>
                <a:buFont typeface="+mj-lt"/>
                <a:buAutoNum type="arabicPeriod"/>
                <a:defRPr sz="2000" kern="1200">
                  <a:solidFill>
                    <a:schemeClr val="tx1"/>
                  </a:solidFill>
                  <a:latin typeface="Viedoc Monument Grotesk" panose="020B0504040202060203" pitchFamily="34" charset="0"/>
                  <a:ea typeface="+mn-ea"/>
                  <a:cs typeface="+mn-cs"/>
                </a:defRPr>
              </a:lvl3pPr>
              <a:lvl4pPr marL="17145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4pPr>
              <a:lvl5pPr marL="2171700" indent="-342900" algn="l" defTabSz="914400" rtl="0" eaLnBrk="1" latinLnBrk="0" hangingPunct="1">
                <a:lnSpc>
                  <a:spcPct val="90000"/>
                </a:lnSpc>
                <a:spcBef>
                  <a:spcPts val="500"/>
                </a:spcBef>
                <a:buFont typeface="+mj-lt"/>
                <a:buAutoNum type="arabicPeriod"/>
                <a:defRPr sz="18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00" indent="0" defTabSz="734400">
                <a:spcBef>
                  <a:spcPts val="0"/>
                </a:spcBef>
                <a:buNone/>
              </a:pPr>
              <a:r>
                <a:rPr lang="en-US" sz="1200">
                  <a:solidFill>
                    <a:schemeClr val="tx2"/>
                  </a:solidFill>
                </a:rPr>
                <a:t>Offices </a:t>
              </a:r>
            </a:p>
            <a:p>
              <a:pPr marL="36000" indent="0" defTabSz="734400">
                <a:spcBef>
                  <a:spcPts val="0"/>
                </a:spcBef>
                <a:buNone/>
              </a:pPr>
              <a:r>
                <a:rPr lang="en-US" sz="1200">
                  <a:solidFill>
                    <a:schemeClr val="tx2"/>
                  </a:solidFill>
                </a:rPr>
                <a:t>Data Centers</a:t>
              </a:r>
            </a:p>
            <a:p>
              <a:pPr marL="36000" indent="0" defTabSz="734400">
                <a:spcBef>
                  <a:spcPts val="0"/>
                </a:spcBef>
                <a:buNone/>
              </a:pPr>
              <a:endParaRPr lang="en-US" sz="1200">
                <a:solidFill>
                  <a:schemeClr val="tx2"/>
                </a:solidFill>
              </a:endParaRPr>
            </a:p>
            <a:p>
              <a:pPr marL="36000" indent="0" defTabSz="734400">
                <a:spcBef>
                  <a:spcPts val="0"/>
                </a:spcBef>
                <a:buNone/>
              </a:pPr>
              <a:endParaRPr lang="en-US" sz="1200">
                <a:solidFill>
                  <a:schemeClr val="tx2"/>
                </a:solidFill>
              </a:endParaRPr>
            </a:p>
            <a:p>
              <a:pPr marL="36000" indent="0" defTabSz="734400">
                <a:spcBef>
                  <a:spcPts val="0"/>
                </a:spcBef>
                <a:buNone/>
              </a:pPr>
              <a:endParaRPr lang="en-US" sz="1200">
                <a:solidFill>
                  <a:schemeClr val="tx2"/>
                </a:solidFill>
              </a:endParaRPr>
            </a:p>
          </p:txBody>
        </p:sp>
        <p:sp>
          <p:nvSpPr>
            <p:cNvPr id="93" name="Rectangle 92">
              <a:extLst>
                <a:ext uri="{FF2B5EF4-FFF2-40B4-BE49-F238E27FC236}">
                  <a16:creationId xmlns:a16="http://schemas.microsoft.com/office/drawing/2014/main" id="{0E0B5A97-DB29-5017-D4DE-86F655EC8C55}"/>
                </a:ext>
              </a:extLst>
            </p:cNvPr>
            <p:cNvSpPr/>
            <p:nvPr/>
          </p:nvSpPr>
          <p:spPr>
            <a:xfrm>
              <a:off x="316288" y="6034959"/>
              <a:ext cx="72000" cy="72000"/>
            </a:xfrm>
            <a:prstGeom prst="rect">
              <a:avLst/>
            </a:prstGeom>
            <a:solidFill>
              <a:srgbClr val="8E7DD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grpSp>
      <p:sp>
        <p:nvSpPr>
          <p:cNvPr id="95" name="Title 2">
            <a:extLst>
              <a:ext uri="{FF2B5EF4-FFF2-40B4-BE49-F238E27FC236}">
                <a16:creationId xmlns:a16="http://schemas.microsoft.com/office/drawing/2014/main" id="{956C8A58-2FD7-AC27-BBAC-B8A19AA81498}"/>
              </a:ext>
            </a:extLst>
          </p:cNvPr>
          <p:cNvSpPr txBox="1"/>
          <p:nvPr userDrawn="1"/>
        </p:nvSpPr>
        <p:spPr>
          <a:xfrm>
            <a:off x="324193" y="4860855"/>
            <a:ext cx="3974839" cy="11249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600">
                <a:solidFill>
                  <a:schemeClr val="tx1"/>
                </a:solidFill>
              </a:rPr>
              <a:t>Truly global operations with safety and efficiency as a key value​</a:t>
            </a:r>
          </a:p>
        </p:txBody>
      </p:sp>
    </p:spTree>
    <p:extLst>
      <p:ext uri="{BB962C8B-B14F-4D97-AF65-F5344CB8AC3E}">
        <p14:creationId xmlns:p14="http://schemas.microsoft.com/office/powerpoint/2010/main" val="12409880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tatement_01">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6F56D0-F689-BAAC-7BF2-0D4A713449DB}"/>
              </a:ext>
            </a:extLst>
          </p:cNvPr>
          <p:cNvSpPr>
            <a:spLocks noGrp="1"/>
          </p:cNvSpPr>
          <p:nvPr>
            <p:ph type="body" sz="quarter" idx="10" hasCustomPrompt="1"/>
          </p:nvPr>
        </p:nvSpPr>
        <p:spPr>
          <a:xfrm>
            <a:off x="356177" y="3617258"/>
            <a:ext cx="9488170" cy="3216131"/>
          </a:xfrm>
          <a:prstGeom prst="rect">
            <a:avLst/>
          </a:prstGeom>
          <a:noFill/>
        </p:spPr>
        <p:txBody>
          <a:bodyPr anchor="b" anchorCtr="0">
            <a:noAutofit/>
          </a:bodyPr>
          <a:lstStyle>
            <a:lvl1pPr marL="0" indent="0">
              <a:buNone/>
              <a:defRPr sz="11500">
                <a:gradFill>
                  <a:gsLst>
                    <a:gs pos="0">
                      <a:srgbClr val="FF8585"/>
                    </a:gs>
                    <a:gs pos="100000">
                      <a:srgbClr val="FFD4D4"/>
                    </a:gs>
                  </a:gsLst>
                  <a:lin ang="0" scaled="1"/>
                </a:gradFill>
              </a:defRPr>
            </a:lvl1pPr>
          </a:lstStyle>
          <a:p>
            <a:pPr lvl="0"/>
            <a:r>
              <a:rPr lang="en-SE"/>
              <a:t>Statement</a:t>
            </a:r>
          </a:p>
        </p:txBody>
      </p:sp>
    </p:spTree>
    <p:extLst>
      <p:ext uri="{BB962C8B-B14F-4D97-AF65-F5344CB8AC3E}">
        <p14:creationId xmlns:p14="http://schemas.microsoft.com/office/powerpoint/2010/main" val="2749063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tatement_02">
    <p:bg>
      <p:bgPr>
        <a:solidFill>
          <a:schemeClr val="tx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703E04D-8035-E061-5BCE-C7D8F3702665}"/>
              </a:ext>
            </a:extLst>
          </p:cNvPr>
          <p:cNvSpPr>
            <a:spLocks noGrp="1"/>
          </p:cNvSpPr>
          <p:nvPr>
            <p:ph type="title" hasCustomPrompt="1"/>
          </p:nvPr>
        </p:nvSpPr>
        <p:spPr>
          <a:xfrm>
            <a:off x="339437" y="2766219"/>
            <a:ext cx="11513127" cy="1325563"/>
          </a:xfrm>
          <a:prstGeom prst="rect">
            <a:avLst/>
          </a:prstGeom>
        </p:spPr>
        <p:txBody>
          <a:bodyPr>
            <a:normAutofit/>
          </a:bodyPr>
          <a:lstStyle>
            <a:lvl1pPr algn="ctr">
              <a:defRPr sz="4400">
                <a:solidFill>
                  <a:schemeClr val="bg1"/>
                </a:solidFill>
              </a:defRPr>
            </a:lvl1pPr>
          </a:lstStyle>
          <a:p>
            <a:r>
              <a:rPr lang="en-GB"/>
              <a:t>Statement slide</a:t>
            </a:r>
            <a:endParaRPr lang="en-SE"/>
          </a:p>
        </p:txBody>
      </p:sp>
    </p:spTree>
    <p:extLst>
      <p:ext uri="{BB962C8B-B14F-4D97-AF65-F5344CB8AC3E}">
        <p14:creationId xmlns:p14="http://schemas.microsoft.com/office/powerpoint/2010/main" val="503522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799B6785-5CAD-DCDB-883C-34F3B90F89F8}"/>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Tree>
    <p:extLst>
      <p:ext uri="{BB962C8B-B14F-4D97-AF65-F5344CB8AC3E}">
        <p14:creationId xmlns:p14="http://schemas.microsoft.com/office/powerpoint/2010/main" val="16554840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2F4723-1E59-71F4-69C0-59230DF225B7}"/>
              </a:ext>
            </a:extLst>
          </p:cNvPr>
          <p:cNvSpPr>
            <a:spLocks noGrp="1"/>
          </p:cNvSpPr>
          <p:nvPr>
            <p:ph idx="1" hasCustomPrompt="1"/>
          </p:nvPr>
        </p:nvSpPr>
        <p:spPr>
          <a:xfrm>
            <a:off x="347869" y="2357025"/>
            <a:ext cx="11499573" cy="3930340"/>
          </a:xfrm>
          <a:prstGeom prst="roundRect">
            <a:avLst>
              <a:gd name="adj" fmla="val 2743"/>
            </a:avLst>
          </a:prstGeom>
          <a:solidFill>
            <a:schemeClr val="bg2"/>
          </a:solidFill>
        </p:spPr>
        <p:txBody>
          <a:bodyPr/>
          <a:lstStyle/>
          <a:p>
            <a:pPr lvl="0"/>
            <a:r>
              <a:rPr lang="en-GB"/>
              <a:t>Click to add text, image, chart, or other content</a:t>
            </a:r>
          </a:p>
          <a:p>
            <a:pPr lvl="1"/>
            <a:r>
              <a:rPr lang="en-GB"/>
              <a:t>Second level</a:t>
            </a:r>
          </a:p>
        </p:txBody>
      </p:sp>
      <p:sp>
        <p:nvSpPr>
          <p:cNvPr id="2" name="Title 1">
            <a:extLst>
              <a:ext uri="{FF2B5EF4-FFF2-40B4-BE49-F238E27FC236}">
                <a16:creationId xmlns:a16="http://schemas.microsoft.com/office/drawing/2014/main" id="{4C18A147-68F9-B585-19E1-F1CB47FCCFB4}"/>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Tree>
    <p:extLst>
      <p:ext uri="{BB962C8B-B14F-4D97-AF65-F5344CB8AC3E}">
        <p14:creationId xmlns:p14="http://schemas.microsoft.com/office/powerpoint/2010/main" val="28588863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image_01">
    <p:spTree>
      <p:nvGrpSpPr>
        <p:cNvPr id="1" name=""/>
        <p:cNvGrpSpPr/>
        <p:nvPr/>
      </p:nvGrpSpPr>
      <p:grpSpPr>
        <a:xfrm>
          <a:off x="0" y="0"/>
          <a:ext cx="0" cy="0"/>
          <a:chOff x="0" y="0"/>
          <a:chExt cx="0" cy="0"/>
        </a:xfrm>
      </p:grpSpPr>
      <p:sp>
        <p:nvSpPr>
          <p:cNvPr id="6" name="Picture Placeholder 11">
            <a:extLst>
              <a:ext uri="{FF2B5EF4-FFF2-40B4-BE49-F238E27FC236}">
                <a16:creationId xmlns:a16="http://schemas.microsoft.com/office/drawing/2014/main" id="{ADB94D69-7061-E660-64E4-1D6A18FFA5C0}"/>
              </a:ext>
            </a:extLst>
          </p:cNvPr>
          <p:cNvSpPr>
            <a:spLocks noGrp="1" noRot="1" noMove="1" noResize="1" noEditPoints="1" noAdjustHandles="1" noChangeArrowheads="1" noChangeShapeType="1"/>
          </p:cNvSpPr>
          <p:nvPr>
            <p:ph type="pic" sz="quarter" idx="10"/>
          </p:nvPr>
        </p:nvSpPr>
        <p:spPr>
          <a:xfrm>
            <a:off x="0" y="510238"/>
            <a:ext cx="12192000" cy="2915932"/>
          </a:xfrm>
          <a:prstGeom prst="round2SameRect">
            <a:avLst>
              <a:gd name="adj1" fmla="val 8151"/>
              <a:gd name="adj2" fmla="val 0"/>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8" name="Title 1">
            <a:extLst>
              <a:ext uri="{FF2B5EF4-FFF2-40B4-BE49-F238E27FC236}">
                <a16:creationId xmlns:a16="http://schemas.microsoft.com/office/drawing/2014/main" id="{52D23E74-987E-09BD-3640-A3185B8236AE}"/>
              </a:ext>
            </a:extLst>
          </p:cNvPr>
          <p:cNvSpPr>
            <a:spLocks noGrp="1"/>
          </p:cNvSpPr>
          <p:nvPr>
            <p:ph type="title" hasCustomPrompt="1"/>
          </p:nvPr>
        </p:nvSpPr>
        <p:spPr>
          <a:xfrm>
            <a:off x="347870" y="4479626"/>
            <a:ext cx="2799775" cy="1325563"/>
          </a:xfrm>
          <a:prstGeom prst="rect">
            <a:avLst/>
          </a:prstGeom>
        </p:spPr>
        <p:txBody>
          <a:bodyPr anchor="t" anchorCtr="0"/>
          <a:lstStyle/>
          <a:p>
            <a:r>
              <a:rPr lang="en-GB"/>
              <a:t>Click to add title</a:t>
            </a:r>
            <a:endParaRPr lang="en-SE"/>
          </a:p>
        </p:txBody>
      </p:sp>
      <p:sp>
        <p:nvSpPr>
          <p:cNvPr id="9" name="Text Placeholder 18">
            <a:extLst>
              <a:ext uri="{FF2B5EF4-FFF2-40B4-BE49-F238E27FC236}">
                <a16:creationId xmlns:a16="http://schemas.microsoft.com/office/drawing/2014/main" id="{4073F82F-47AC-7074-D357-80018D94BC01}"/>
              </a:ext>
            </a:extLst>
          </p:cNvPr>
          <p:cNvSpPr>
            <a:spLocks noGrp="1"/>
          </p:cNvSpPr>
          <p:nvPr>
            <p:ph type="body" sz="quarter" idx="13" hasCustomPrompt="1"/>
          </p:nvPr>
        </p:nvSpPr>
        <p:spPr>
          <a:xfrm>
            <a:off x="3959966" y="4479626"/>
            <a:ext cx="3569674" cy="285707"/>
          </a:xfrm>
          <a:prstGeom prst="rect">
            <a:avLst/>
          </a:prstGeom>
        </p:spPr>
        <p:txBody>
          <a:bodyPr>
            <a:noAutofit/>
          </a:bodyPr>
          <a:lstStyle>
            <a:lvl1pPr>
              <a:buNone/>
              <a:defRPr sz="1800"/>
            </a:lvl1pPr>
          </a:lstStyle>
          <a:p>
            <a:pPr lvl="0"/>
            <a:r>
              <a:rPr lang="en-US"/>
              <a:t>LOREM IPSUM</a:t>
            </a:r>
          </a:p>
          <a:p>
            <a:pPr lvl="0"/>
            <a:endParaRPr lang="sv-SE"/>
          </a:p>
        </p:txBody>
      </p:sp>
      <p:sp>
        <p:nvSpPr>
          <p:cNvPr id="10" name="Text Placeholder 18">
            <a:extLst>
              <a:ext uri="{FF2B5EF4-FFF2-40B4-BE49-F238E27FC236}">
                <a16:creationId xmlns:a16="http://schemas.microsoft.com/office/drawing/2014/main" id="{D81F7652-4DAC-E0A7-2694-8F7A49EEE214}"/>
              </a:ext>
            </a:extLst>
          </p:cNvPr>
          <p:cNvSpPr>
            <a:spLocks noGrp="1"/>
          </p:cNvSpPr>
          <p:nvPr>
            <p:ph type="body" sz="quarter" idx="14" hasCustomPrompt="1"/>
          </p:nvPr>
        </p:nvSpPr>
        <p:spPr>
          <a:xfrm>
            <a:off x="3959966" y="4784426"/>
            <a:ext cx="3569674" cy="1018639"/>
          </a:xfrm>
          <a:prstGeom prst="rect">
            <a:avLst/>
          </a:prstGeom>
        </p:spPr>
        <p:txBody>
          <a:bodyPr>
            <a:noAutofit/>
          </a:bodyPr>
          <a:lstStyle>
            <a:lvl1pPr marL="0" indent="0" algn="l">
              <a:buFont typeface="Arial" panose="020B0604020202020204" pitchFamily="34" charset="0"/>
              <a:buNone/>
              <a:defRPr sz="16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Lorem ipsum dolor sit.</a:t>
            </a:r>
          </a:p>
        </p:txBody>
      </p:sp>
      <p:sp>
        <p:nvSpPr>
          <p:cNvPr id="13" name="Text Placeholder 18">
            <a:extLst>
              <a:ext uri="{FF2B5EF4-FFF2-40B4-BE49-F238E27FC236}">
                <a16:creationId xmlns:a16="http://schemas.microsoft.com/office/drawing/2014/main" id="{3C51FF8B-E023-C6BD-84D9-5140E4763884}"/>
              </a:ext>
            </a:extLst>
          </p:cNvPr>
          <p:cNvSpPr>
            <a:spLocks noGrp="1"/>
          </p:cNvSpPr>
          <p:nvPr>
            <p:ph type="body" sz="quarter" idx="15" hasCustomPrompt="1"/>
          </p:nvPr>
        </p:nvSpPr>
        <p:spPr>
          <a:xfrm>
            <a:off x="8274456" y="4479626"/>
            <a:ext cx="3569674" cy="285707"/>
          </a:xfrm>
          <a:prstGeom prst="rect">
            <a:avLst/>
          </a:prstGeom>
        </p:spPr>
        <p:txBody>
          <a:bodyPr>
            <a:noAutofit/>
          </a:bodyPr>
          <a:lstStyle>
            <a:lvl1pPr>
              <a:buNone/>
              <a:defRPr sz="1800"/>
            </a:lvl1pPr>
          </a:lstStyle>
          <a:p>
            <a:pPr lvl="0"/>
            <a:r>
              <a:rPr lang="en-US"/>
              <a:t>LOREM IPSUM</a:t>
            </a:r>
          </a:p>
          <a:p>
            <a:pPr lvl="0"/>
            <a:endParaRPr lang="sv-SE"/>
          </a:p>
        </p:txBody>
      </p:sp>
      <p:sp>
        <p:nvSpPr>
          <p:cNvPr id="17" name="Text Placeholder 18">
            <a:extLst>
              <a:ext uri="{FF2B5EF4-FFF2-40B4-BE49-F238E27FC236}">
                <a16:creationId xmlns:a16="http://schemas.microsoft.com/office/drawing/2014/main" id="{600CEB4A-675F-AE43-7AF2-2A7D6F85FEA5}"/>
              </a:ext>
            </a:extLst>
          </p:cNvPr>
          <p:cNvSpPr>
            <a:spLocks noGrp="1"/>
          </p:cNvSpPr>
          <p:nvPr>
            <p:ph type="body" sz="quarter" idx="16" hasCustomPrompt="1"/>
          </p:nvPr>
        </p:nvSpPr>
        <p:spPr>
          <a:xfrm>
            <a:off x="8274456" y="4784426"/>
            <a:ext cx="3569674" cy="1018639"/>
          </a:xfrm>
          <a:prstGeom prst="rect">
            <a:avLst/>
          </a:prstGeom>
        </p:spPr>
        <p:txBody>
          <a:bodyPr>
            <a:noAutofit/>
          </a:bodyPr>
          <a:lstStyle>
            <a:lvl1pPr marL="0" indent="0" algn="l">
              <a:buFont typeface="Arial" panose="020B0604020202020204" pitchFamily="34" charset="0"/>
              <a:buNone/>
              <a:defRPr sz="16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Lorem ipsum dolor sit.</a:t>
            </a:r>
          </a:p>
        </p:txBody>
      </p:sp>
    </p:spTree>
    <p:extLst>
      <p:ext uri="{BB962C8B-B14F-4D97-AF65-F5344CB8AC3E}">
        <p14:creationId xmlns:p14="http://schemas.microsoft.com/office/powerpoint/2010/main" val="20474120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One image_02">
    <p:spTree>
      <p:nvGrpSpPr>
        <p:cNvPr id="1" name=""/>
        <p:cNvGrpSpPr/>
        <p:nvPr/>
      </p:nvGrpSpPr>
      <p:grpSpPr>
        <a:xfrm>
          <a:off x="0" y="0"/>
          <a:ext cx="0" cy="0"/>
          <a:chOff x="0" y="0"/>
          <a:chExt cx="0" cy="0"/>
        </a:xfrm>
      </p:grpSpPr>
      <p:sp>
        <p:nvSpPr>
          <p:cNvPr id="2" name="Picture Placeholder 11">
            <a:extLst>
              <a:ext uri="{FF2B5EF4-FFF2-40B4-BE49-F238E27FC236}">
                <a16:creationId xmlns:a16="http://schemas.microsoft.com/office/drawing/2014/main" id="{FC295439-EDCC-C586-0890-53E99B0F0ECE}"/>
              </a:ext>
            </a:extLst>
          </p:cNvPr>
          <p:cNvSpPr>
            <a:spLocks noGrp="1"/>
          </p:cNvSpPr>
          <p:nvPr>
            <p:ph type="pic" sz="quarter" idx="19"/>
          </p:nvPr>
        </p:nvSpPr>
        <p:spPr>
          <a:xfrm>
            <a:off x="347870" y="2679033"/>
            <a:ext cx="11496260" cy="3608332"/>
          </a:xfrm>
          <a:prstGeom prst="roundRect">
            <a:avLst>
              <a:gd name="adj" fmla="val 3650"/>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14" name="Title 1">
            <a:extLst>
              <a:ext uri="{FF2B5EF4-FFF2-40B4-BE49-F238E27FC236}">
                <a16:creationId xmlns:a16="http://schemas.microsoft.com/office/drawing/2014/main" id="{D61AC451-B4D1-9778-AC11-11FD051CB22F}"/>
              </a:ext>
            </a:extLst>
          </p:cNvPr>
          <p:cNvSpPr>
            <a:spLocks noGrp="1"/>
          </p:cNvSpPr>
          <p:nvPr>
            <p:ph type="title" hasCustomPrompt="1"/>
          </p:nvPr>
        </p:nvSpPr>
        <p:spPr>
          <a:xfrm>
            <a:off x="347870" y="1032476"/>
            <a:ext cx="5029200" cy="1325563"/>
          </a:xfrm>
          <a:prstGeom prst="rect">
            <a:avLst/>
          </a:prstGeom>
        </p:spPr>
        <p:txBody>
          <a:bodyPr anchor="t" anchorCtr="0"/>
          <a:lstStyle/>
          <a:p>
            <a:r>
              <a:rPr lang="en-GB"/>
              <a:t>Click to </a:t>
            </a:r>
            <a:br>
              <a:rPr lang="en-GB"/>
            </a:br>
            <a:r>
              <a:rPr lang="en-GB"/>
              <a:t>add title</a:t>
            </a:r>
            <a:endParaRPr lang="en-SE"/>
          </a:p>
        </p:txBody>
      </p:sp>
      <p:sp>
        <p:nvSpPr>
          <p:cNvPr id="5" name="Text Placeholder 18">
            <a:extLst>
              <a:ext uri="{FF2B5EF4-FFF2-40B4-BE49-F238E27FC236}">
                <a16:creationId xmlns:a16="http://schemas.microsoft.com/office/drawing/2014/main" id="{937CF723-D251-11FF-8A3E-B4BC05F8C073}"/>
              </a:ext>
            </a:extLst>
          </p:cNvPr>
          <p:cNvSpPr>
            <a:spLocks noGrp="1"/>
          </p:cNvSpPr>
          <p:nvPr>
            <p:ph type="body" sz="quarter" idx="20" hasCustomPrompt="1"/>
          </p:nvPr>
        </p:nvSpPr>
        <p:spPr>
          <a:xfrm>
            <a:off x="6095999" y="1032476"/>
            <a:ext cx="5748129" cy="1325563"/>
          </a:xfrm>
          <a:prstGeom prst="rect">
            <a:avLst/>
          </a:prstGeom>
        </p:spPr>
        <p:txBody>
          <a:bodyPr>
            <a:noAutofit/>
          </a:bodyPr>
          <a:lstStyle>
            <a:lvl1pPr marL="0" indent="0" algn="l">
              <a:buFont typeface="Arial" panose="020B0604020202020204" pitchFamily="34" charset="0"/>
              <a:buNone/>
              <a:defRPr sz="1600">
                <a:solidFill>
                  <a:schemeClr val="tx2"/>
                </a:solidFill>
              </a:defRPr>
            </a:lvl1pPr>
          </a:lstStyle>
          <a:p>
            <a:pPr lvl="0"/>
            <a:r>
              <a:rPr lang="en-US"/>
              <a:t>Lorem ipsum dolor sit amet, consectetur adipiscing elit. Nunc maximus laoreet justo quis laoreet. Phasellus viverra risus eu lacus iaculis sollicitudin. Donec facilisis turpis id urna tempus, quis facilisis ex laoreet. </a:t>
            </a:r>
          </a:p>
          <a:p>
            <a:pPr lvl="0"/>
            <a:endParaRPr lang="en-US"/>
          </a:p>
        </p:txBody>
      </p:sp>
    </p:spTree>
    <p:extLst>
      <p:ext uri="{BB962C8B-B14F-4D97-AF65-F5344CB8AC3E}">
        <p14:creationId xmlns:p14="http://schemas.microsoft.com/office/powerpoint/2010/main" val="2909882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ne image_03">
    <p:spTree>
      <p:nvGrpSpPr>
        <p:cNvPr id="1" name=""/>
        <p:cNvGrpSpPr/>
        <p:nvPr/>
      </p:nvGrpSpPr>
      <p:grpSpPr>
        <a:xfrm>
          <a:off x="0" y="0"/>
          <a:ext cx="0" cy="0"/>
          <a:chOff x="0" y="0"/>
          <a:chExt cx="0" cy="0"/>
        </a:xfrm>
      </p:grpSpPr>
      <p:sp>
        <p:nvSpPr>
          <p:cNvPr id="6" name="Text Placeholder 18">
            <a:extLst>
              <a:ext uri="{FF2B5EF4-FFF2-40B4-BE49-F238E27FC236}">
                <a16:creationId xmlns:a16="http://schemas.microsoft.com/office/drawing/2014/main" id="{58DFB4FA-FFED-9A06-34B0-0EA8A9497AC0}"/>
              </a:ext>
            </a:extLst>
          </p:cNvPr>
          <p:cNvSpPr>
            <a:spLocks noGrp="1"/>
          </p:cNvSpPr>
          <p:nvPr>
            <p:ph type="body" sz="quarter" idx="13" hasCustomPrompt="1"/>
          </p:nvPr>
        </p:nvSpPr>
        <p:spPr>
          <a:xfrm>
            <a:off x="347870" y="2736501"/>
            <a:ext cx="5029200" cy="285707"/>
          </a:xfrm>
          <a:prstGeom prst="rect">
            <a:avLst/>
          </a:prstGeom>
        </p:spPr>
        <p:txBody>
          <a:bodyPr>
            <a:noAutofit/>
          </a:bodyPr>
          <a:lstStyle>
            <a:lvl1pPr>
              <a:buNone/>
              <a:defRPr sz="1800"/>
            </a:lvl1pPr>
          </a:lstStyle>
          <a:p>
            <a:pPr lvl="0"/>
            <a:r>
              <a:rPr lang="en-US"/>
              <a:t>LOREM #1</a:t>
            </a:r>
          </a:p>
          <a:p>
            <a:pPr lvl="0"/>
            <a:endParaRPr lang="sv-SE"/>
          </a:p>
        </p:txBody>
      </p:sp>
      <p:sp>
        <p:nvSpPr>
          <p:cNvPr id="7" name="Text Placeholder 18">
            <a:extLst>
              <a:ext uri="{FF2B5EF4-FFF2-40B4-BE49-F238E27FC236}">
                <a16:creationId xmlns:a16="http://schemas.microsoft.com/office/drawing/2014/main" id="{C0F4D31C-B20E-A363-7EF8-E4C2E383B7DC}"/>
              </a:ext>
            </a:extLst>
          </p:cNvPr>
          <p:cNvSpPr>
            <a:spLocks noGrp="1"/>
          </p:cNvSpPr>
          <p:nvPr>
            <p:ph type="body" sz="quarter" idx="14" hasCustomPrompt="1"/>
          </p:nvPr>
        </p:nvSpPr>
        <p:spPr>
          <a:xfrm>
            <a:off x="347870" y="3041301"/>
            <a:ext cx="5029200" cy="643847"/>
          </a:xfrm>
          <a:prstGeom prst="rect">
            <a:avLst/>
          </a:prstGeom>
        </p:spPr>
        <p:txBody>
          <a:bodyPr>
            <a:noAutofit/>
          </a:bodyPr>
          <a:lstStyle>
            <a:lvl1pPr marL="0" indent="0" algn="l">
              <a:buFont typeface="Arial" panose="020B0604020202020204" pitchFamily="34" charset="0"/>
              <a:buNone/>
              <a:defRPr sz="14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ligula, id tempus </a:t>
            </a:r>
            <a:r>
              <a:rPr lang="en-US" err="1"/>
              <a:t>lacus</a:t>
            </a:r>
            <a:r>
              <a:rPr lang="en-US"/>
              <a:t> </a:t>
            </a:r>
            <a:r>
              <a:rPr lang="en-US" err="1"/>
              <a:t>nibh</a:t>
            </a:r>
            <a:r>
              <a:rPr lang="en-US"/>
              <a:t> </a:t>
            </a:r>
            <a:r>
              <a:rPr lang="en-US" err="1"/>
              <a:t>mauris</a:t>
            </a:r>
            <a:r>
              <a:rPr lang="en-US"/>
              <a:t>. Lorem ipsum dolor sit.</a:t>
            </a:r>
          </a:p>
        </p:txBody>
      </p:sp>
      <p:sp>
        <p:nvSpPr>
          <p:cNvPr id="8" name="Text Placeholder 18">
            <a:extLst>
              <a:ext uri="{FF2B5EF4-FFF2-40B4-BE49-F238E27FC236}">
                <a16:creationId xmlns:a16="http://schemas.microsoft.com/office/drawing/2014/main" id="{C708C611-328D-E7CF-51AB-18AD58C26D62}"/>
              </a:ext>
            </a:extLst>
          </p:cNvPr>
          <p:cNvSpPr>
            <a:spLocks noGrp="1"/>
          </p:cNvSpPr>
          <p:nvPr>
            <p:ph type="body" sz="quarter" idx="20" hasCustomPrompt="1"/>
          </p:nvPr>
        </p:nvSpPr>
        <p:spPr>
          <a:xfrm>
            <a:off x="347870" y="4038176"/>
            <a:ext cx="5029200" cy="285707"/>
          </a:xfrm>
          <a:prstGeom prst="rect">
            <a:avLst/>
          </a:prstGeom>
        </p:spPr>
        <p:txBody>
          <a:bodyPr>
            <a:noAutofit/>
          </a:bodyPr>
          <a:lstStyle>
            <a:lvl1pPr>
              <a:buNone/>
              <a:defRPr sz="1800"/>
            </a:lvl1pPr>
          </a:lstStyle>
          <a:p>
            <a:pPr lvl="0"/>
            <a:r>
              <a:rPr lang="en-US"/>
              <a:t>LOREM #2</a:t>
            </a:r>
          </a:p>
          <a:p>
            <a:pPr lvl="0"/>
            <a:endParaRPr lang="sv-SE"/>
          </a:p>
        </p:txBody>
      </p:sp>
      <p:sp>
        <p:nvSpPr>
          <p:cNvPr id="11" name="Text Placeholder 18">
            <a:extLst>
              <a:ext uri="{FF2B5EF4-FFF2-40B4-BE49-F238E27FC236}">
                <a16:creationId xmlns:a16="http://schemas.microsoft.com/office/drawing/2014/main" id="{5D07FFEA-0C07-86D4-0B0E-108FD64CF0E1}"/>
              </a:ext>
            </a:extLst>
          </p:cNvPr>
          <p:cNvSpPr>
            <a:spLocks noGrp="1"/>
          </p:cNvSpPr>
          <p:nvPr>
            <p:ph type="body" sz="quarter" idx="21" hasCustomPrompt="1"/>
          </p:nvPr>
        </p:nvSpPr>
        <p:spPr>
          <a:xfrm>
            <a:off x="347870" y="4342976"/>
            <a:ext cx="5029200" cy="643847"/>
          </a:xfrm>
          <a:prstGeom prst="rect">
            <a:avLst/>
          </a:prstGeom>
        </p:spPr>
        <p:txBody>
          <a:bodyPr>
            <a:noAutofit/>
          </a:bodyPr>
          <a:lstStyle>
            <a:lvl1pPr marL="0" indent="0" algn="l">
              <a:buFont typeface="Arial" panose="020B0604020202020204" pitchFamily="34" charset="0"/>
              <a:buNone/>
              <a:defRPr sz="14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ligula, id tempus </a:t>
            </a:r>
            <a:r>
              <a:rPr lang="en-US" err="1"/>
              <a:t>lacus</a:t>
            </a:r>
            <a:r>
              <a:rPr lang="en-US"/>
              <a:t> </a:t>
            </a:r>
            <a:r>
              <a:rPr lang="en-US" err="1"/>
              <a:t>nibh</a:t>
            </a:r>
            <a:r>
              <a:rPr lang="en-US"/>
              <a:t> </a:t>
            </a:r>
            <a:r>
              <a:rPr lang="en-US" err="1"/>
              <a:t>mauris</a:t>
            </a:r>
            <a:r>
              <a:rPr lang="en-US"/>
              <a:t>. Lorem ipsum dolor sit.</a:t>
            </a:r>
          </a:p>
        </p:txBody>
      </p:sp>
      <p:sp>
        <p:nvSpPr>
          <p:cNvPr id="12" name="Text Placeholder 18">
            <a:extLst>
              <a:ext uri="{FF2B5EF4-FFF2-40B4-BE49-F238E27FC236}">
                <a16:creationId xmlns:a16="http://schemas.microsoft.com/office/drawing/2014/main" id="{996CFA05-E465-F875-D7EA-CCD20B5AAA3B}"/>
              </a:ext>
            </a:extLst>
          </p:cNvPr>
          <p:cNvSpPr>
            <a:spLocks noGrp="1"/>
          </p:cNvSpPr>
          <p:nvPr>
            <p:ph type="body" sz="quarter" idx="22" hasCustomPrompt="1"/>
          </p:nvPr>
        </p:nvSpPr>
        <p:spPr>
          <a:xfrm>
            <a:off x="347870" y="5339851"/>
            <a:ext cx="5029200" cy="285707"/>
          </a:xfrm>
          <a:prstGeom prst="rect">
            <a:avLst/>
          </a:prstGeom>
        </p:spPr>
        <p:txBody>
          <a:bodyPr>
            <a:noAutofit/>
          </a:bodyPr>
          <a:lstStyle>
            <a:lvl1pPr>
              <a:buNone/>
              <a:defRPr sz="1800"/>
            </a:lvl1pPr>
          </a:lstStyle>
          <a:p>
            <a:pPr lvl="0"/>
            <a:r>
              <a:rPr lang="en-US"/>
              <a:t>LOREM #3</a:t>
            </a:r>
          </a:p>
          <a:p>
            <a:pPr lvl="0"/>
            <a:endParaRPr lang="sv-SE"/>
          </a:p>
        </p:txBody>
      </p:sp>
      <p:sp>
        <p:nvSpPr>
          <p:cNvPr id="13" name="Text Placeholder 18">
            <a:extLst>
              <a:ext uri="{FF2B5EF4-FFF2-40B4-BE49-F238E27FC236}">
                <a16:creationId xmlns:a16="http://schemas.microsoft.com/office/drawing/2014/main" id="{0F326757-0DDA-6FD7-C337-AEEC568905C6}"/>
              </a:ext>
            </a:extLst>
          </p:cNvPr>
          <p:cNvSpPr>
            <a:spLocks noGrp="1"/>
          </p:cNvSpPr>
          <p:nvPr>
            <p:ph type="body" sz="quarter" idx="23" hasCustomPrompt="1"/>
          </p:nvPr>
        </p:nvSpPr>
        <p:spPr>
          <a:xfrm>
            <a:off x="347870" y="5644651"/>
            <a:ext cx="5029200" cy="643847"/>
          </a:xfrm>
          <a:prstGeom prst="rect">
            <a:avLst/>
          </a:prstGeom>
        </p:spPr>
        <p:txBody>
          <a:bodyPr>
            <a:noAutofit/>
          </a:bodyPr>
          <a:lstStyle>
            <a:lvl1pPr marL="0" indent="0" algn="l">
              <a:buFont typeface="Arial" panose="020B0604020202020204" pitchFamily="34" charset="0"/>
              <a:buNone/>
              <a:defRPr sz="14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ligula, id tempus </a:t>
            </a:r>
            <a:r>
              <a:rPr lang="en-US" err="1"/>
              <a:t>lacus</a:t>
            </a:r>
            <a:r>
              <a:rPr lang="en-US"/>
              <a:t> </a:t>
            </a:r>
            <a:r>
              <a:rPr lang="en-US" err="1"/>
              <a:t>nibh</a:t>
            </a:r>
            <a:r>
              <a:rPr lang="en-US"/>
              <a:t> </a:t>
            </a:r>
            <a:r>
              <a:rPr lang="en-US" err="1"/>
              <a:t>mauris</a:t>
            </a:r>
            <a:r>
              <a:rPr lang="en-US"/>
              <a:t>. Lorem ipsum dolor sit.</a:t>
            </a:r>
          </a:p>
        </p:txBody>
      </p:sp>
      <p:sp>
        <p:nvSpPr>
          <p:cNvPr id="4" name="Picture Placeholder 11">
            <a:extLst>
              <a:ext uri="{FF2B5EF4-FFF2-40B4-BE49-F238E27FC236}">
                <a16:creationId xmlns:a16="http://schemas.microsoft.com/office/drawing/2014/main" id="{F8A1F9B4-4FC2-4255-316D-40B3878C3A2F}"/>
              </a:ext>
            </a:extLst>
          </p:cNvPr>
          <p:cNvSpPr>
            <a:spLocks noGrp="1" noRot="1" noMove="1" noResize="1" noEditPoints="1" noAdjustHandles="1" noChangeArrowheads="1" noChangeShapeType="1"/>
          </p:cNvSpPr>
          <p:nvPr>
            <p:ph type="pic" sz="quarter" idx="10"/>
          </p:nvPr>
        </p:nvSpPr>
        <p:spPr>
          <a:xfrm>
            <a:off x="6096000" y="517027"/>
            <a:ext cx="6096000" cy="6340973"/>
          </a:xfrm>
          <a:prstGeom prst="round1Rect">
            <a:avLst>
              <a:gd name="adj" fmla="val 3540"/>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2" name="Title 1">
            <a:extLst>
              <a:ext uri="{FF2B5EF4-FFF2-40B4-BE49-F238E27FC236}">
                <a16:creationId xmlns:a16="http://schemas.microsoft.com/office/drawing/2014/main" id="{EDB9D78E-76B8-9D0A-D0F6-8F994BF4BF63}"/>
              </a:ext>
            </a:extLst>
          </p:cNvPr>
          <p:cNvSpPr>
            <a:spLocks noGrp="1"/>
          </p:cNvSpPr>
          <p:nvPr>
            <p:ph type="title" hasCustomPrompt="1"/>
          </p:nvPr>
        </p:nvSpPr>
        <p:spPr>
          <a:xfrm>
            <a:off x="347870" y="1032476"/>
            <a:ext cx="5029200" cy="1325563"/>
          </a:xfrm>
          <a:prstGeom prst="rect">
            <a:avLst/>
          </a:prstGeom>
        </p:spPr>
        <p:txBody>
          <a:bodyPr anchor="t" anchorCtr="0"/>
          <a:lstStyle/>
          <a:p>
            <a:r>
              <a:rPr lang="en-GB"/>
              <a:t>Click to add title</a:t>
            </a:r>
            <a:endParaRPr lang="en-SE"/>
          </a:p>
        </p:txBody>
      </p:sp>
    </p:spTree>
    <p:extLst>
      <p:ext uri="{BB962C8B-B14F-4D97-AF65-F5344CB8AC3E}">
        <p14:creationId xmlns:p14="http://schemas.microsoft.com/office/powerpoint/2010/main" val="31542845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One image_0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61AC451-B4D1-9778-AC11-11FD051CB22F}"/>
              </a:ext>
            </a:extLst>
          </p:cNvPr>
          <p:cNvSpPr>
            <a:spLocks noGrp="1"/>
          </p:cNvSpPr>
          <p:nvPr>
            <p:ph type="title" hasCustomPrompt="1"/>
          </p:nvPr>
        </p:nvSpPr>
        <p:spPr>
          <a:xfrm>
            <a:off x="347870" y="4191000"/>
            <a:ext cx="5029200" cy="2477366"/>
          </a:xfrm>
          <a:prstGeom prst="rect">
            <a:avLst/>
          </a:prstGeom>
        </p:spPr>
        <p:txBody>
          <a:bodyPr bIns="46800" anchor="b" anchorCtr="0">
            <a:noAutofit/>
          </a:bodyPr>
          <a:lstStyle>
            <a:lvl1pPr>
              <a:defRPr sz="8000"/>
            </a:lvl1pPr>
          </a:lstStyle>
          <a:p>
            <a:r>
              <a:rPr lang="en-GB"/>
              <a:t>Click to add title</a:t>
            </a:r>
            <a:endParaRPr lang="en-SE"/>
          </a:p>
        </p:txBody>
      </p:sp>
      <p:sp>
        <p:nvSpPr>
          <p:cNvPr id="2" name="Picture Placeholder 11">
            <a:extLst>
              <a:ext uri="{FF2B5EF4-FFF2-40B4-BE49-F238E27FC236}">
                <a16:creationId xmlns:a16="http://schemas.microsoft.com/office/drawing/2014/main" id="{FC295439-EDCC-C586-0890-53E99B0F0ECE}"/>
              </a:ext>
            </a:extLst>
          </p:cNvPr>
          <p:cNvSpPr>
            <a:spLocks noGrp="1"/>
          </p:cNvSpPr>
          <p:nvPr>
            <p:ph type="pic" sz="quarter" idx="19"/>
          </p:nvPr>
        </p:nvSpPr>
        <p:spPr>
          <a:xfrm>
            <a:off x="6814928" y="1132865"/>
            <a:ext cx="5029201" cy="5154500"/>
          </a:xfrm>
          <a:prstGeom prst="roundRect">
            <a:avLst>
              <a:gd name="adj" fmla="val 2580"/>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Tree>
    <p:extLst>
      <p:ext uri="{BB962C8B-B14F-4D97-AF65-F5344CB8AC3E}">
        <p14:creationId xmlns:p14="http://schemas.microsoft.com/office/powerpoint/2010/main" val="3441379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right">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7BAE78FB-626F-EEEA-1102-D4D7E2AC0737}"/>
              </a:ext>
            </a:extLst>
          </p:cNvPr>
          <p:cNvSpPr>
            <a:spLocks noGrp="1"/>
          </p:cNvSpPr>
          <p:nvPr>
            <p:ph type="title" hasCustomPrompt="1"/>
          </p:nvPr>
        </p:nvSpPr>
        <p:spPr>
          <a:xfrm>
            <a:off x="347870" y="1233004"/>
            <a:ext cx="4969160" cy="1292696"/>
          </a:xfrm>
          <a:prstGeom prst="rect">
            <a:avLst/>
          </a:prstGeom>
        </p:spPr>
        <p:txBody>
          <a:bodyPr anchor="t" anchorCtr="0">
            <a:noAutofit/>
          </a:bodyPr>
          <a:lstStyle>
            <a:lvl1pPr>
              <a:defRPr sz="4000"/>
            </a:lvl1pPr>
          </a:lstStyle>
          <a:p>
            <a:r>
              <a:rPr lang="en-GB"/>
              <a:t>Click to add title</a:t>
            </a:r>
            <a:br>
              <a:rPr lang="en-GB"/>
            </a:br>
            <a:endParaRPr lang="en-SE"/>
          </a:p>
        </p:txBody>
      </p:sp>
      <p:sp>
        <p:nvSpPr>
          <p:cNvPr id="2" name="Content Placeholder 2">
            <a:extLst>
              <a:ext uri="{FF2B5EF4-FFF2-40B4-BE49-F238E27FC236}">
                <a16:creationId xmlns:a16="http://schemas.microsoft.com/office/drawing/2014/main" id="{1AC1A4E8-CF94-F637-A951-31AC410060AA}"/>
              </a:ext>
            </a:extLst>
          </p:cNvPr>
          <p:cNvSpPr>
            <a:spLocks noGrp="1"/>
          </p:cNvSpPr>
          <p:nvPr>
            <p:ph idx="1" hasCustomPrompt="1"/>
          </p:nvPr>
        </p:nvSpPr>
        <p:spPr>
          <a:xfrm>
            <a:off x="5568043" y="1233004"/>
            <a:ext cx="6276088" cy="5054361"/>
          </a:xfrm>
          <a:prstGeom prst="roundRect">
            <a:avLst>
              <a:gd name="adj" fmla="val 2235"/>
            </a:avLst>
          </a:prstGeom>
          <a:solidFill>
            <a:schemeClr val="bg2"/>
          </a:solidFill>
        </p:spPr>
        <p:txBody>
          <a:bodyPr>
            <a:normAutofit/>
          </a:bodyPr>
          <a:lstStyle>
            <a:lvl1pPr marL="0" indent="0">
              <a:buNone/>
              <a:defRPr sz="2000"/>
            </a:lvl1pPr>
            <a:lvl2pPr>
              <a:defRPr sz="20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add text, image, chart, or other content</a:t>
            </a:r>
          </a:p>
        </p:txBody>
      </p:sp>
      <p:sp>
        <p:nvSpPr>
          <p:cNvPr id="6" name="Text Placeholder 8">
            <a:extLst>
              <a:ext uri="{FF2B5EF4-FFF2-40B4-BE49-F238E27FC236}">
                <a16:creationId xmlns:a16="http://schemas.microsoft.com/office/drawing/2014/main" id="{6855BAD4-64BE-C73C-1BA2-97921C939F88}"/>
              </a:ext>
            </a:extLst>
          </p:cNvPr>
          <p:cNvSpPr>
            <a:spLocks noGrp="1"/>
          </p:cNvSpPr>
          <p:nvPr>
            <p:ph type="body" sz="quarter" idx="19" hasCustomPrompt="1"/>
          </p:nvPr>
        </p:nvSpPr>
        <p:spPr>
          <a:xfrm>
            <a:off x="347869" y="3074589"/>
            <a:ext cx="5029200" cy="3212775"/>
          </a:xfrm>
          <a:prstGeom prst="rect">
            <a:avLst/>
          </a:prstGeom>
        </p:spPr>
        <p:txBody>
          <a:bodyPr>
            <a:normAutofit/>
          </a:bodyPr>
          <a:lstStyle>
            <a:lvl1pPr marL="0" marR="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sz="1600">
                <a:solidFill>
                  <a:schemeClr val="tx1"/>
                </a:solidFill>
              </a:defRPr>
            </a:lvl1pPr>
          </a:lstStyle>
          <a:p>
            <a:pPr lvl="0"/>
            <a:r>
              <a:rPr lang="en-GB"/>
              <a:t>Lorem ipsum dolor sit amet adispiscing elit </a:t>
            </a:r>
          </a:p>
          <a:p>
            <a:pPr lvl="0"/>
            <a:endParaRPr lang="en-GB"/>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r>
              <a:rPr lang="en-GB"/>
              <a:t>Lorem ipsum dolor sit amet adispiscing elit </a:t>
            </a:r>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endParaRPr lang="en-GB"/>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r>
              <a:rPr lang="en-GB"/>
              <a:t>Lorem ipsum dolor sit amet adispiscing elit </a:t>
            </a:r>
          </a:p>
          <a:p>
            <a:pPr lvl="0"/>
            <a:endParaRPr lang="en-GB"/>
          </a:p>
        </p:txBody>
      </p:sp>
    </p:spTree>
    <p:extLst>
      <p:ext uri="{BB962C8B-B14F-4D97-AF65-F5344CB8AC3E}">
        <p14:creationId xmlns:p14="http://schemas.microsoft.com/office/powerpoint/2010/main" val="30022584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D35F73A7-ED63-7B40-C6CA-CB7564472F04}"/>
              </a:ext>
            </a:extLst>
          </p:cNvPr>
          <p:cNvSpPr>
            <a:spLocks noGrp="1"/>
          </p:cNvSpPr>
          <p:nvPr>
            <p:ph type="body" sz="half" idx="2" hasCustomPrompt="1"/>
          </p:nvPr>
        </p:nvSpPr>
        <p:spPr>
          <a:xfrm>
            <a:off x="5817043" y="3068960"/>
            <a:ext cx="6040339" cy="3218405"/>
          </a:xfrm>
          <a:prstGeom prst="rect">
            <a:avLst/>
          </a:prstGeom>
        </p:spPr>
        <p:txBody>
          <a:bodyPr>
            <a:normAutofit/>
          </a:bodyPr>
          <a:lstStyle>
            <a:lvl1pPr marL="0" indent="-234000">
              <a:buSzPct val="100000"/>
              <a:buFont typeface="Wingdings" pitchFamily="2" charset="2"/>
              <a:buChar char="§"/>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add text</a:t>
            </a:r>
          </a:p>
        </p:txBody>
      </p:sp>
      <p:sp>
        <p:nvSpPr>
          <p:cNvPr id="5" name="Content Placeholder 2">
            <a:extLst>
              <a:ext uri="{FF2B5EF4-FFF2-40B4-BE49-F238E27FC236}">
                <a16:creationId xmlns:a16="http://schemas.microsoft.com/office/drawing/2014/main" id="{719B30BA-B2BC-2F9C-6443-C56CCBDCACF8}"/>
              </a:ext>
            </a:extLst>
          </p:cNvPr>
          <p:cNvSpPr>
            <a:spLocks noGrp="1"/>
          </p:cNvSpPr>
          <p:nvPr>
            <p:ph idx="1" hasCustomPrompt="1"/>
          </p:nvPr>
        </p:nvSpPr>
        <p:spPr>
          <a:xfrm>
            <a:off x="334618" y="1233004"/>
            <a:ext cx="5315068" cy="5054361"/>
          </a:xfrm>
          <a:prstGeom prst="roundRect">
            <a:avLst>
              <a:gd name="adj" fmla="val 2217"/>
            </a:avLst>
          </a:prstGeom>
          <a:solidFill>
            <a:schemeClr val="bg2"/>
          </a:solidFill>
        </p:spPr>
        <p:txBody>
          <a:bodyPr>
            <a:normAutofit/>
          </a:bodyPr>
          <a:lstStyle>
            <a:lvl1pPr marL="0" indent="0">
              <a:buNone/>
              <a:defRPr sz="2000"/>
            </a:lvl1pPr>
            <a:lvl2pPr>
              <a:defRPr sz="20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add text, image, chart, or other content</a:t>
            </a:r>
          </a:p>
        </p:txBody>
      </p:sp>
      <p:sp>
        <p:nvSpPr>
          <p:cNvPr id="3" name="Title 1">
            <a:extLst>
              <a:ext uri="{FF2B5EF4-FFF2-40B4-BE49-F238E27FC236}">
                <a16:creationId xmlns:a16="http://schemas.microsoft.com/office/drawing/2014/main" id="{C3892FEE-D974-88F4-11AA-9B9A58782DFD}"/>
              </a:ext>
            </a:extLst>
          </p:cNvPr>
          <p:cNvSpPr>
            <a:spLocks noGrp="1"/>
          </p:cNvSpPr>
          <p:nvPr>
            <p:ph type="title" hasCustomPrompt="1"/>
          </p:nvPr>
        </p:nvSpPr>
        <p:spPr>
          <a:xfrm>
            <a:off x="5817044" y="1233004"/>
            <a:ext cx="6040338" cy="1292696"/>
          </a:xfrm>
          <a:prstGeom prst="rect">
            <a:avLst/>
          </a:prstGeom>
        </p:spPr>
        <p:txBody>
          <a:bodyPr anchor="t" anchorCtr="0">
            <a:noAutofit/>
          </a:bodyPr>
          <a:lstStyle>
            <a:lvl1pPr>
              <a:defRPr sz="4000"/>
            </a:lvl1pPr>
          </a:lstStyle>
          <a:p>
            <a:r>
              <a:rPr lang="en-GB"/>
              <a:t>Click to add title</a:t>
            </a:r>
            <a:br>
              <a:rPr lang="en-GB"/>
            </a:br>
            <a:endParaRPr lang="en-SE"/>
          </a:p>
        </p:txBody>
      </p:sp>
    </p:spTree>
    <p:extLst>
      <p:ext uri="{BB962C8B-B14F-4D97-AF65-F5344CB8AC3E}">
        <p14:creationId xmlns:p14="http://schemas.microsoft.com/office/powerpoint/2010/main" val="23814807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573B3966-4E91-AD73-713F-D638C5E6476F}"/>
              </a:ext>
            </a:extLst>
          </p:cNvPr>
          <p:cNvSpPr>
            <a:spLocks noGrp="1"/>
          </p:cNvSpPr>
          <p:nvPr>
            <p:ph sz="half" idx="1" hasCustomPrompt="1"/>
          </p:nvPr>
        </p:nvSpPr>
        <p:spPr>
          <a:xfrm>
            <a:off x="344558" y="2805864"/>
            <a:ext cx="5675242" cy="3481501"/>
          </a:xfrm>
          <a:prstGeom prst="roundRect">
            <a:avLst>
              <a:gd name="adj" fmla="val 2762"/>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6" name="Text Placeholder 8">
            <a:extLst>
              <a:ext uri="{FF2B5EF4-FFF2-40B4-BE49-F238E27FC236}">
                <a16:creationId xmlns:a16="http://schemas.microsoft.com/office/drawing/2014/main" id="{628D335F-2181-E204-0CCF-36DB41396125}"/>
              </a:ext>
            </a:extLst>
          </p:cNvPr>
          <p:cNvSpPr>
            <a:spLocks noGrp="1"/>
          </p:cNvSpPr>
          <p:nvPr>
            <p:ph type="body" sz="quarter" idx="21" hasCustomPrompt="1"/>
          </p:nvPr>
        </p:nvSpPr>
        <p:spPr>
          <a:xfrm>
            <a:off x="344558" y="2400716"/>
            <a:ext cx="5675242" cy="361457"/>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7" name="Content Placeholder 2">
            <a:extLst>
              <a:ext uri="{FF2B5EF4-FFF2-40B4-BE49-F238E27FC236}">
                <a16:creationId xmlns:a16="http://schemas.microsoft.com/office/drawing/2014/main" id="{F94AF75F-A02F-B4FF-0B00-92A46D8AA78C}"/>
              </a:ext>
            </a:extLst>
          </p:cNvPr>
          <p:cNvSpPr>
            <a:spLocks noGrp="1"/>
          </p:cNvSpPr>
          <p:nvPr>
            <p:ph sz="half" idx="22" hasCustomPrompt="1"/>
          </p:nvPr>
        </p:nvSpPr>
        <p:spPr>
          <a:xfrm>
            <a:off x="6172202" y="2805864"/>
            <a:ext cx="5675242" cy="3481501"/>
          </a:xfrm>
          <a:prstGeom prst="roundRect">
            <a:avLst>
              <a:gd name="adj" fmla="val 2762"/>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8" name="Text Placeholder 8">
            <a:extLst>
              <a:ext uri="{FF2B5EF4-FFF2-40B4-BE49-F238E27FC236}">
                <a16:creationId xmlns:a16="http://schemas.microsoft.com/office/drawing/2014/main" id="{EB7FD4AD-975E-7ECE-61DD-6FA896DED1ED}"/>
              </a:ext>
            </a:extLst>
          </p:cNvPr>
          <p:cNvSpPr>
            <a:spLocks noGrp="1"/>
          </p:cNvSpPr>
          <p:nvPr>
            <p:ph type="body" sz="quarter" idx="23" hasCustomPrompt="1"/>
          </p:nvPr>
        </p:nvSpPr>
        <p:spPr>
          <a:xfrm>
            <a:off x="6172202" y="2400716"/>
            <a:ext cx="5675242" cy="361457"/>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2" name="Title 1">
            <a:extLst>
              <a:ext uri="{FF2B5EF4-FFF2-40B4-BE49-F238E27FC236}">
                <a16:creationId xmlns:a16="http://schemas.microsoft.com/office/drawing/2014/main" id="{590C3613-903D-611D-2773-D54D82CBE898}"/>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Tree>
    <p:extLst>
      <p:ext uri="{BB962C8B-B14F-4D97-AF65-F5344CB8AC3E}">
        <p14:creationId xmlns:p14="http://schemas.microsoft.com/office/powerpoint/2010/main" val="39316426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A5F9150C-0463-DD5C-09FB-C9E2D0A6904F}"/>
              </a:ext>
            </a:extLst>
          </p:cNvPr>
          <p:cNvSpPr>
            <a:spLocks noGrp="1"/>
          </p:cNvSpPr>
          <p:nvPr>
            <p:ph type="pic" sz="quarter" idx="10"/>
          </p:nvPr>
        </p:nvSpPr>
        <p:spPr>
          <a:xfrm>
            <a:off x="347870" y="2605008"/>
            <a:ext cx="3756417" cy="2028797"/>
          </a:xfrm>
          <a:prstGeom prst="roundRect">
            <a:avLst>
              <a:gd name="adj" fmla="val 6379"/>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15" name="Picture Placeholder 11">
            <a:extLst>
              <a:ext uri="{FF2B5EF4-FFF2-40B4-BE49-F238E27FC236}">
                <a16:creationId xmlns:a16="http://schemas.microsoft.com/office/drawing/2014/main" id="{9C4F3C36-6297-FF11-CD15-D30BE3AE77B4}"/>
              </a:ext>
            </a:extLst>
          </p:cNvPr>
          <p:cNvSpPr>
            <a:spLocks noGrp="1"/>
          </p:cNvSpPr>
          <p:nvPr>
            <p:ph type="pic" sz="quarter" idx="11"/>
          </p:nvPr>
        </p:nvSpPr>
        <p:spPr>
          <a:xfrm>
            <a:off x="8087713" y="2605008"/>
            <a:ext cx="3756417" cy="2028797"/>
          </a:xfrm>
          <a:prstGeom prst="roundRect">
            <a:avLst>
              <a:gd name="adj" fmla="val 6379"/>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16" name="Picture Placeholder 11">
            <a:extLst>
              <a:ext uri="{FF2B5EF4-FFF2-40B4-BE49-F238E27FC236}">
                <a16:creationId xmlns:a16="http://schemas.microsoft.com/office/drawing/2014/main" id="{E8945576-30F7-9A86-4626-BBB10B1C2DA5}"/>
              </a:ext>
            </a:extLst>
          </p:cNvPr>
          <p:cNvSpPr>
            <a:spLocks noGrp="1"/>
          </p:cNvSpPr>
          <p:nvPr>
            <p:ph type="pic" sz="quarter" idx="12"/>
          </p:nvPr>
        </p:nvSpPr>
        <p:spPr>
          <a:xfrm>
            <a:off x="4217791" y="2605008"/>
            <a:ext cx="3756417" cy="2028797"/>
          </a:xfrm>
          <a:prstGeom prst="roundRect">
            <a:avLst>
              <a:gd name="adj" fmla="val 6379"/>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19" name="Text Placeholder 18">
            <a:extLst>
              <a:ext uri="{FF2B5EF4-FFF2-40B4-BE49-F238E27FC236}">
                <a16:creationId xmlns:a16="http://schemas.microsoft.com/office/drawing/2014/main" id="{2ABE66BF-5565-7D69-89DA-1A06FC11A952}"/>
              </a:ext>
            </a:extLst>
          </p:cNvPr>
          <p:cNvSpPr>
            <a:spLocks noGrp="1"/>
          </p:cNvSpPr>
          <p:nvPr>
            <p:ph type="body" sz="quarter" idx="13" hasCustomPrompt="1"/>
          </p:nvPr>
        </p:nvSpPr>
        <p:spPr>
          <a:xfrm>
            <a:off x="347870" y="5002573"/>
            <a:ext cx="3193200" cy="285707"/>
          </a:xfrm>
          <a:prstGeom prst="rect">
            <a:avLst/>
          </a:prstGeom>
        </p:spPr>
        <p:txBody>
          <a:bodyPr>
            <a:noAutofit/>
          </a:bodyPr>
          <a:lstStyle>
            <a:lvl1pPr>
              <a:buNone/>
              <a:defRPr sz="1800"/>
            </a:lvl1pPr>
          </a:lstStyle>
          <a:p>
            <a:pPr lvl="0"/>
            <a:r>
              <a:rPr lang="en-US"/>
              <a:t>LOREM #1</a:t>
            </a:r>
          </a:p>
          <a:p>
            <a:pPr lvl="0"/>
            <a:endParaRPr lang="sv-SE"/>
          </a:p>
        </p:txBody>
      </p:sp>
      <p:sp>
        <p:nvSpPr>
          <p:cNvPr id="20" name="Text Placeholder 18">
            <a:extLst>
              <a:ext uri="{FF2B5EF4-FFF2-40B4-BE49-F238E27FC236}">
                <a16:creationId xmlns:a16="http://schemas.microsoft.com/office/drawing/2014/main" id="{8446C0A3-BFB0-4949-6450-E3182630A70F}"/>
              </a:ext>
            </a:extLst>
          </p:cNvPr>
          <p:cNvSpPr>
            <a:spLocks noGrp="1"/>
          </p:cNvSpPr>
          <p:nvPr>
            <p:ph type="body" sz="quarter" idx="14" hasCustomPrompt="1"/>
          </p:nvPr>
        </p:nvSpPr>
        <p:spPr>
          <a:xfrm>
            <a:off x="347870" y="5307373"/>
            <a:ext cx="3193200" cy="64384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Lorem ipsum dolor sit.</a:t>
            </a:r>
          </a:p>
        </p:txBody>
      </p:sp>
      <p:sp>
        <p:nvSpPr>
          <p:cNvPr id="21" name="Text Placeholder 18">
            <a:extLst>
              <a:ext uri="{FF2B5EF4-FFF2-40B4-BE49-F238E27FC236}">
                <a16:creationId xmlns:a16="http://schemas.microsoft.com/office/drawing/2014/main" id="{80D9E27A-0F98-8B91-E0D1-0FC0C6F2AF7D}"/>
              </a:ext>
            </a:extLst>
          </p:cNvPr>
          <p:cNvSpPr>
            <a:spLocks noGrp="1"/>
          </p:cNvSpPr>
          <p:nvPr>
            <p:ph type="body" sz="quarter" idx="15" hasCustomPrompt="1"/>
          </p:nvPr>
        </p:nvSpPr>
        <p:spPr>
          <a:xfrm>
            <a:off x="4217791" y="5002573"/>
            <a:ext cx="3193200" cy="285707"/>
          </a:xfrm>
          <a:prstGeom prst="rect">
            <a:avLst/>
          </a:prstGeom>
        </p:spPr>
        <p:txBody>
          <a:bodyPr>
            <a:noAutofit/>
          </a:bodyPr>
          <a:lstStyle>
            <a:lvl1pPr>
              <a:buNone/>
              <a:defRPr sz="1800"/>
            </a:lvl1pPr>
          </a:lstStyle>
          <a:p>
            <a:pPr lvl="0"/>
            <a:r>
              <a:rPr lang="en-US"/>
              <a:t>LOREM #2</a:t>
            </a:r>
          </a:p>
          <a:p>
            <a:pPr lvl="0"/>
            <a:endParaRPr lang="sv-SE"/>
          </a:p>
        </p:txBody>
      </p:sp>
      <p:sp>
        <p:nvSpPr>
          <p:cNvPr id="22" name="Text Placeholder 18">
            <a:extLst>
              <a:ext uri="{FF2B5EF4-FFF2-40B4-BE49-F238E27FC236}">
                <a16:creationId xmlns:a16="http://schemas.microsoft.com/office/drawing/2014/main" id="{C582380E-F893-EE34-67DF-6966A333E059}"/>
              </a:ext>
            </a:extLst>
          </p:cNvPr>
          <p:cNvSpPr>
            <a:spLocks noGrp="1"/>
          </p:cNvSpPr>
          <p:nvPr>
            <p:ph type="body" sz="quarter" idx="16" hasCustomPrompt="1"/>
          </p:nvPr>
        </p:nvSpPr>
        <p:spPr>
          <a:xfrm>
            <a:off x="4217791" y="5307373"/>
            <a:ext cx="3193200" cy="64384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Lorem ipsum dolor sit.</a:t>
            </a:r>
          </a:p>
        </p:txBody>
      </p:sp>
      <p:sp>
        <p:nvSpPr>
          <p:cNvPr id="23" name="Text Placeholder 18">
            <a:extLst>
              <a:ext uri="{FF2B5EF4-FFF2-40B4-BE49-F238E27FC236}">
                <a16:creationId xmlns:a16="http://schemas.microsoft.com/office/drawing/2014/main" id="{42DF19F2-B966-1B04-51DA-6F120DE275FA}"/>
              </a:ext>
            </a:extLst>
          </p:cNvPr>
          <p:cNvSpPr>
            <a:spLocks noGrp="1"/>
          </p:cNvSpPr>
          <p:nvPr>
            <p:ph type="body" sz="quarter" idx="17" hasCustomPrompt="1"/>
          </p:nvPr>
        </p:nvSpPr>
        <p:spPr>
          <a:xfrm>
            <a:off x="8087712" y="5002573"/>
            <a:ext cx="3193200" cy="285707"/>
          </a:xfrm>
          <a:prstGeom prst="rect">
            <a:avLst/>
          </a:prstGeom>
        </p:spPr>
        <p:txBody>
          <a:bodyPr>
            <a:noAutofit/>
          </a:bodyPr>
          <a:lstStyle>
            <a:lvl1pPr>
              <a:buNone/>
              <a:defRPr sz="1800"/>
            </a:lvl1pPr>
          </a:lstStyle>
          <a:p>
            <a:pPr lvl="0"/>
            <a:r>
              <a:rPr lang="en-US"/>
              <a:t>LOREM #3</a:t>
            </a:r>
          </a:p>
          <a:p>
            <a:pPr lvl="0"/>
            <a:endParaRPr lang="sv-SE"/>
          </a:p>
        </p:txBody>
      </p:sp>
      <p:sp>
        <p:nvSpPr>
          <p:cNvPr id="24" name="Text Placeholder 18">
            <a:extLst>
              <a:ext uri="{FF2B5EF4-FFF2-40B4-BE49-F238E27FC236}">
                <a16:creationId xmlns:a16="http://schemas.microsoft.com/office/drawing/2014/main" id="{9F876DA5-D67A-B35C-E39B-ECBB141FD3CC}"/>
              </a:ext>
            </a:extLst>
          </p:cNvPr>
          <p:cNvSpPr>
            <a:spLocks noGrp="1"/>
          </p:cNvSpPr>
          <p:nvPr>
            <p:ph type="body" sz="quarter" idx="18" hasCustomPrompt="1"/>
          </p:nvPr>
        </p:nvSpPr>
        <p:spPr>
          <a:xfrm>
            <a:off x="8087712" y="5307373"/>
            <a:ext cx="3193200" cy="64384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Lorem ipsum dolor sit.</a:t>
            </a:r>
          </a:p>
        </p:txBody>
      </p:sp>
      <p:sp>
        <p:nvSpPr>
          <p:cNvPr id="2" name="Title 1">
            <a:extLst>
              <a:ext uri="{FF2B5EF4-FFF2-40B4-BE49-F238E27FC236}">
                <a16:creationId xmlns:a16="http://schemas.microsoft.com/office/drawing/2014/main" id="{5255E642-F100-CA7A-CC63-DA9BEF8510D9}"/>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Tree>
    <p:extLst>
      <p:ext uri="{BB962C8B-B14F-4D97-AF65-F5344CB8AC3E}">
        <p14:creationId xmlns:p14="http://schemas.microsoft.com/office/powerpoint/2010/main" val="9100245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3" name="Content Placeholder 3">
            <a:extLst>
              <a:ext uri="{FF2B5EF4-FFF2-40B4-BE49-F238E27FC236}">
                <a16:creationId xmlns:a16="http://schemas.microsoft.com/office/drawing/2014/main" id="{25F2C81E-6ED4-A6D0-57FA-AD0FC833CADA}"/>
              </a:ext>
            </a:extLst>
          </p:cNvPr>
          <p:cNvSpPr>
            <a:spLocks noGrp="1"/>
          </p:cNvSpPr>
          <p:nvPr>
            <p:ph sz="half" idx="10" hasCustomPrompt="1"/>
          </p:nvPr>
        </p:nvSpPr>
        <p:spPr>
          <a:xfrm>
            <a:off x="339150" y="2782197"/>
            <a:ext cx="3682263" cy="3505167"/>
          </a:xfrm>
          <a:prstGeom prst="roundRect">
            <a:avLst>
              <a:gd name="adj" fmla="val 3740"/>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4" name="Text Placeholder 8">
            <a:extLst>
              <a:ext uri="{FF2B5EF4-FFF2-40B4-BE49-F238E27FC236}">
                <a16:creationId xmlns:a16="http://schemas.microsoft.com/office/drawing/2014/main" id="{84AF76B3-0CAE-6B13-12C8-180339C8E8F1}"/>
              </a:ext>
            </a:extLst>
          </p:cNvPr>
          <p:cNvSpPr>
            <a:spLocks noGrp="1"/>
          </p:cNvSpPr>
          <p:nvPr>
            <p:ph type="body" sz="quarter" idx="21" hasCustomPrompt="1"/>
          </p:nvPr>
        </p:nvSpPr>
        <p:spPr>
          <a:xfrm>
            <a:off x="339151" y="2388883"/>
            <a:ext cx="3690982" cy="361457"/>
          </a:xfrm>
          <a:prstGeom prst="rect">
            <a:avLst/>
          </a:prstGeom>
        </p:spPr>
        <p:txBody>
          <a:bodyPr>
            <a:normAutofit/>
          </a:bodyPr>
          <a:lstStyle>
            <a:lvl1pPr marL="0" indent="0">
              <a:buFont typeface="Wingdings" pitchFamily="2" charset="2"/>
              <a:buNone/>
              <a:defRPr sz="1600"/>
            </a:lvl1pPr>
          </a:lstStyle>
          <a:p>
            <a:pPr lvl="0"/>
            <a:r>
              <a:rPr lang="en-GB"/>
              <a:t>Click to add text</a:t>
            </a:r>
          </a:p>
        </p:txBody>
      </p:sp>
      <p:sp>
        <p:nvSpPr>
          <p:cNvPr id="12" name="Content Placeholder 3">
            <a:extLst>
              <a:ext uri="{FF2B5EF4-FFF2-40B4-BE49-F238E27FC236}">
                <a16:creationId xmlns:a16="http://schemas.microsoft.com/office/drawing/2014/main" id="{44BD2EFE-FE61-47D6-E267-3DC07ADCC734}"/>
              </a:ext>
            </a:extLst>
          </p:cNvPr>
          <p:cNvSpPr>
            <a:spLocks noGrp="1"/>
          </p:cNvSpPr>
          <p:nvPr>
            <p:ph sz="half" idx="22" hasCustomPrompt="1"/>
          </p:nvPr>
        </p:nvSpPr>
        <p:spPr>
          <a:xfrm>
            <a:off x="8156155" y="2782197"/>
            <a:ext cx="3682263" cy="3505167"/>
          </a:xfrm>
          <a:prstGeom prst="roundRect">
            <a:avLst>
              <a:gd name="adj" fmla="val 3740"/>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3" name="Text Placeholder 8">
            <a:extLst>
              <a:ext uri="{FF2B5EF4-FFF2-40B4-BE49-F238E27FC236}">
                <a16:creationId xmlns:a16="http://schemas.microsoft.com/office/drawing/2014/main" id="{D72AE5FC-D943-658C-DF3C-EF6E9C2D8EFF}"/>
              </a:ext>
            </a:extLst>
          </p:cNvPr>
          <p:cNvSpPr>
            <a:spLocks noGrp="1"/>
          </p:cNvSpPr>
          <p:nvPr>
            <p:ph type="body" sz="quarter" idx="23" hasCustomPrompt="1"/>
          </p:nvPr>
        </p:nvSpPr>
        <p:spPr>
          <a:xfrm>
            <a:off x="8156156" y="2388883"/>
            <a:ext cx="3690982" cy="361457"/>
          </a:xfrm>
          <a:prstGeom prst="rect">
            <a:avLst/>
          </a:prstGeom>
        </p:spPr>
        <p:txBody>
          <a:bodyPr>
            <a:normAutofit/>
          </a:bodyPr>
          <a:lstStyle>
            <a:lvl1pPr marL="0" indent="0">
              <a:buFont typeface="Wingdings" pitchFamily="2" charset="2"/>
              <a:buNone/>
              <a:defRPr sz="1600"/>
            </a:lvl1pPr>
          </a:lstStyle>
          <a:p>
            <a:pPr lvl="0"/>
            <a:r>
              <a:rPr lang="en-GB"/>
              <a:t>Click to add text</a:t>
            </a:r>
          </a:p>
        </p:txBody>
      </p:sp>
      <p:sp>
        <p:nvSpPr>
          <p:cNvPr id="15" name="Content Placeholder 3">
            <a:extLst>
              <a:ext uri="{FF2B5EF4-FFF2-40B4-BE49-F238E27FC236}">
                <a16:creationId xmlns:a16="http://schemas.microsoft.com/office/drawing/2014/main" id="{41787C4C-D26A-E30D-7D5C-CACD33D57634}"/>
              </a:ext>
            </a:extLst>
          </p:cNvPr>
          <p:cNvSpPr>
            <a:spLocks noGrp="1"/>
          </p:cNvSpPr>
          <p:nvPr>
            <p:ph sz="half" idx="24" hasCustomPrompt="1"/>
          </p:nvPr>
        </p:nvSpPr>
        <p:spPr>
          <a:xfrm>
            <a:off x="4250508" y="2782197"/>
            <a:ext cx="3682263" cy="3505167"/>
          </a:xfrm>
          <a:prstGeom prst="roundRect">
            <a:avLst>
              <a:gd name="adj" fmla="val 3740"/>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6" name="Text Placeholder 8">
            <a:extLst>
              <a:ext uri="{FF2B5EF4-FFF2-40B4-BE49-F238E27FC236}">
                <a16:creationId xmlns:a16="http://schemas.microsoft.com/office/drawing/2014/main" id="{0407A6FF-C24E-6A4D-0DF6-51F95B46816E}"/>
              </a:ext>
            </a:extLst>
          </p:cNvPr>
          <p:cNvSpPr>
            <a:spLocks noGrp="1"/>
          </p:cNvSpPr>
          <p:nvPr>
            <p:ph type="body" sz="quarter" idx="25" hasCustomPrompt="1"/>
          </p:nvPr>
        </p:nvSpPr>
        <p:spPr>
          <a:xfrm>
            <a:off x="4250509" y="2388883"/>
            <a:ext cx="3690982" cy="361457"/>
          </a:xfrm>
          <a:prstGeom prst="rect">
            <a:avLst/>
          </a:prstGeom>
        </p:spPr>
        <p:txBody>
          <a:bodyPr>
            <a:normAutofit/>
          </a:bodyPr>
          <a:lstStyle>
            <a:lvl1pPr marL="0" indent="0">
              <a:buFont typeface="Wingdings" pitchFamily="2" charset="2"/>
              <a:buNone/>
              <a:defRPr sz="1600"/>
            </a:lvl1pPr>
          </a:lstStyle>
          <a:p>
            <a:pPr lvl="0"/>
            <a:r>
              <a:rPr lang="en-GB"/>
              <a:t>Click to add text</a:t>
            </a:r>
          </a:p>
        </p:txBody>
      </p:sp>
      <p:sp>
        <p:nvSpPr>
          <p:cNvPr id="4" name="Title 1">
            <a:extLst>
              <a:ext uri="{FF2B5EF4-FFF2-40B4-BE49-F238E27FC236}">
                <a16:creationId xmlns:a16="http://schemas.microsoft.com/office/drawing/2014/main" id="{36936935-68F2-B53C-3A2C-A5D5BA253153}"/>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Tree>
    <p:extLst>
      <p:ext uri="{BB962C8B-B14F-4D97-AF65-F5344CB8AC3E}">
        <p14:creationId xmlns:p14="http://schemas.microsoft.com/office/powerpoint/2010/main" val="371386080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image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61AC451-B4D1-9778-AC11-11FD051CB22F}"/>
              </a:ext>
            </a:extLst>
          </p:cNvPr>
          <p:cNvSpPr>
            <a:spLocks noGrp="1"/>
          </p:cNvSpPr>
          <p:nvPr>
            <p:ph type="title" hasCustomPrompt="1"/>
          </p:nvPr>
        </p:nvSpPr>
        <p:spPr>
          <a:xfrm>
            <a:off x="347870" y="1132865"/>
            <a:ext cx="5029200" cy="1325563"/>
          </a:xfrm>
          <a:prstGeom prst="rect">
            <a:avLst/>
          </a:prstGeom>
        </p:spPr>
        <p:txBody>
          <a:bodyPr anchor="t" anchorCtr="0"/>
          <a:lstStyle/>
          <a:p>
            <a:r>
              <a:rPr lang="en-GB"/>
              <a:t>Click to add title</a:t>
            </a:r>
            <a:endParaRPr lang="en-SE"/>
          </a:p>
        </p:txBody>
      </p:sp>
      <p:sp>
        <p:nvSpPr>
          <p:cNvPr id="15" name="Picture Placeholder 11">
            <a:extLst>
              <a:ext uri="{FF2B5EF4-FFF2-40B4-BE49-F238E27FC236}">
                <a16:creationId xmlns:a16="http://schemas.microsoft.com/office/drawing/2014/main" id="{9C4F3C36-6297-FF11-CD15-D30BE3AE77B4}"/>
              </a:ext>
            </a:extLst>
          </p:cNvPr>
          <p:cNvSpPr>
            <a:spLocks noGrp="1"/>
          </p:cNvSpPr>
          <p:nvPr>
            <p:ph type="pic" sz="quarter" idx="11"/>
          </p:nvPr>
        </p:nvSpPr>
        <p:spPr>
          <a:xfrm>
            <a:off x="8964130" y="3767365"/>
            <a:ext cx="2880000" cy="2523600"/>
          </a:xfrm>
          <a:prstGeom prst="roundRect">
            <a:avLst>
              <a:gd name="adj" fmla="val 6379"/>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4" name="Picture Placeholder 11">
            <a:extLst>
              <a:ext uri="{FF2B5EF4-FFF2-40B4-BE49-F238E27FC236}">
                <a16:creationId xmlns:a16="http://schemas.microsoft.com/office/drawing/2014/main" id="{8466B740-5865-6D95-2D2E-44879A645997}"/>
              </a:ext>
            </a:extLst>
          </p:cNvPr>
          <p:cNvSpPr>
            <a:spLocks noGrp="1"/>
          </p:cNvSpPr>
          <p:nvPr>
            <p:ph type="pic" sz="quarter" idx="15"/>
          </p:nvPr>
        </p:nvSpPr>
        <p:spPr>
          <a:xfrm>
            <a:off x="5970625" y="3767365"/>
            <a:ext cx="2880000" cy="2520000"/>
          </a:xfrm>
          <a:prstGeom prst="roundRect">
            <a:avLst>
              <a:gd name="adj" fmla="val 6379"/>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9" name="Picture Placeholder 11">
            <a:extLst>
              <a:ext uri="{FF2B5EF4-FFF2-40B4-BE49-F238E27FC236}">
                <a16:creationId xmlns:a16="http://schemas.microsoft.com/office/drawing/2014/main" id="{807CC4ED-7D84-4700-812D-D28460E8E415}"/>
              </a:ext>
            </a:extLst>
          </p:cNvPr>
          <p:cNvSpPr>
            <a:spLocks noGrp="1"/>
          </p:cNvSpPr>
          <p:nvPr>
            <p:ph type="pic" sz="quarter" idx="16"/>
          </p:nvPr>
        </p:nvSpPr>
        <p:spPr>
          <a:xfrm>
            <a:off x="8964130" y="1132865"/>
            <a:ext cx="2880000" cy="2520000"/>
          </a:xfrm>
          <a:prstGeom prst="roundRect">
            <a:avLst>
              <a:gd name="adj" fmla="val 6379"/>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10" name="Picture Placeholder 11">
            <a:extLst>
              <a:ext uri="{FF2B5EF4-FFF2-40B4-BE49-F238E27FC236}">
                <a16:creationId xmlns:a16="http://schemas.microsoft.com/office/drawing/2014/main" id="{1F98C56D-C73A-AF80-F013-49172CAECE91}"/>
              </a:ext>
            </a:extLst>
          </p:cNvPr>
          <p:cNvSpPr>
            <a:spLocks noGrp="1"/>
          </p:cNvSpPr>
          <p:nvPr>
            <p:ph type="pic" sz="quarter" idx="17"/>
          </p:nvPr>
        </p:nvSpPr>
        <p:spPr>
          <a:xfrm>
            <a:off x="5970625" y="1132865"/>
            <a:ext cx="2880000" cy="2520000"/>
          </a:xfrm>
          <a:prstGeom prst="roundRect">
            <a:avLst>
              <a:gd name="adj" fmla="val 6379"/>
            </a:avLst>
          </a:prstGeom>
          <a:solidFill>
            <a:schemeClr val="bg2"/>
          </a:solidFill>
          <a:ln>
            <a:noFill/>
          </a:ln>
        </p:spPr>
        <p:style>
          <a:lnRef idx="2">
            <a:schemeClr val="accent1"/>
          </a:lnRef>
          <a:fillRef idx="1">
            <a:schemeClr val="lt1"/>
          </a:fillRef>
          <a:effectRef idx="0">
            <a:schemeClr val="accent1"/>
          </a:effectRef>
          <a:fontRef idx="minor">
            <a:schemeClr val="dk1"/>
          </a:fontRef>
        </p:style>
        <p:txBody>
          <a:bodyPr/>
          <a:lstStyle/>
          <a:p>
            <a:endParaRPr lang="sv-SE"/>
          </a:p>
        </p:txBody>
      </p:sp>
      <p:sp>
        <p:nvSpPr>
          <p:cNvPr id="2" name="Text Placeholder 8">
            <a:extLst>
              <a:ext uri="{FF2B5EF4-FFF2-40B4-BE49-F238E27FC236}">
                <a16:creationId xmlns:a16="http://schemas.microsoft.com/office/drawing/2014/main" id="{120D5CA6-C54F-B550-B4F7-0EB27DC58194}"/>
              </a:ext>
            </a:extLst>
          </p:cNvPr>
          <p:cNvSpPr>
            <a:spLocks noGrp="1"/>
          </p:cNvSpPr>
          <p:nvPr>
            <p:ph type="body" sz="quarter" idx="19" hasCustomPrompt="1"/>
          </p:nvPr>
        </p:nvSpPr>
        <p:spPr>
          <a:xfrm>
            <a:off x="347870" y="2735363"/>
            <a:ext cx="5029200" cy="3575286"/>
          </a:xfrm>
          <a:prstGeom prst="rect">
            <a:avLst/>
          </a:prstGeom>
        </p:spPr>
        <p:txBody>
          <a:bodyPr>
            <a:normAutofit/>
          </a:bodyPr>
          <a:lstStyle>
            <a:lvl1pPr marL="0" marR="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sz="1600">
                <a:solidFill>
                  <a:schemeClr val="tx2"/>
                </a:solidFill>
              </a:defRPr>
            </a:lvl1pPr>
          </a:lstStyle>
          <a:p>
            <a:pPr lvl="0"/>
            <a:r>
              <a:rPr lang="en-GB"/>
              <a:t>Lorem ipsum dolor sit amet adispiscing elit </a:t>
            </a:r>
          </a:p>
          <a:p>
            <a:pPr lvl="0"/>
            <a:endParaRPr lang="en-GB"/>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r>
              <a:rPr lang="en-GB"/>
              <a:t>Lorem ipsum dolor sit amet adispiscing elit </a:t>
            </a:r>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endParaRPr lang="en-GB"/>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r>
              <a:rPr lang="en-GB"/>
              <a:t>Lorem ipsum dolor sit amet adispiscing elit </a:t>
            </a:r>
          </a:p>
          <a:p>
            <a:pPr lvl="0"/>
            <a:endParaRPr lang="en-GB"/>
          </a:p>
        </p:txBody>
      </p:sp>
    </p:spTree>
    <p:extLst>
      <p:ext uri="{BB962C8B-B14F-4D97-AF65-F5344CB8AC3E}">
        <p14:creationId xmlns:p14="http://schemas.microsoft.com/office/powerpoint/2010/main" val="1337304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our pillars">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90826C0D-8CC5-5230-04E7-8770166A6C7E}"/>
              </a:ext>
            </a:extLst>
          </p:cNvPr>
          <p:cNvSpPr>
            <a:spLocks noGrp="1"/>
          </p:cNvSpPr>
          <p:nvPr>
            <p:ph type="body" sz="quarter" idx="17" hasCustomPrompt="1"/>
          </p:nvPr>
        </p:nvSpPr>
        <p:spPr>
          <a:xfrm>
            <a:off x="347869" y="2830285"/>
            <a:ext cx="2692321" cy="3480363"/>
          </a:xfrm>
          <a:prstGeom prst="rect">
            <a:avLst/>
          </a:prstGeom>
        </p:spPr>
        <p:txBody>
          <a:bodyPr>
            <a:normAutofit/>
          </a:bodyPr>
          <a:lstStyle>
            <a:lvl1pPr marL="0" indent="-234900">
              <a:buSzPct val="100000"/>
              <a:buFont typeface="Wingdings" pitchFamily="2" charset="2"/>
              <a:buChar char="§"/>
              <a:defRPr sz="1600"/>
            </a:lvl1pPr>
          </a:lstStyle>
          <a:p>
            <a:pPr lvl="0"/>
            <a:r>
              <a:rPr lang="en-GB"/>
              <a:t>Second level</a:t>
            </a:r>
          </a:p>
        </p:txBody>
      </p:sp>
      <p:sp>
        <p:nvSpPr>
          <p:cNvPr id="14" name="Text Placeholder 8">
            <a:extLst>
              <a:ext uri="{FF2B5EF4-FFF2-40B4-BE49-F238E27FC236}">
                <a16:creationId xmlns:a16="http://schemas.microsoft.com/office/drawing/2014/main" id="{E8B87E65-9CEC-241F-8FF2-48685D342B94}"/>
              </a:ext>
            </a:extLst>
          </p:cNvPr>
          <p:cNvSpPr>
            <a:spLocks noGrp="1"/>
          </p:cNvSpPr>
          <p:nvPr>
            <p:ph type="body" sz="quarter" idx="21" hasCustomPrompt="1"/>
          </p:nvPr>
        </p:nvSpPr>
        <p:spPr>
          <a:xfrm>
            <a:off x="347869" y="2465957"/>
            <a:ext cx="2692321" cy="331031"/>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3" name="Text Placeholder 8">
            <a:extLst>
              <a:ext uri="{FF2B5EF4-FFF2-40B4-BE49-F238E27FC236}">
                <a16:creationId xmlns:a16="http://schemas.microsoft.com/office/drawing/2014/main" id="{83AA8000-8A83-DAC7-AC5C-F8DE93A91AF4}"/>
              </a:ext>
            </a:extLst>
          </p:cNvPr>
          <p:cNvSpPr>
            <a:spLocks noGrp="1"/>
          </p:cNvSpPr>
          <p:nvPr>
            <p:ph type="body" sz="quarter" idx="22" hasCustomPrompt="1"/>
          </p:nvPr>
        </p:nvSpPr>
        <p:spPr>
          <a:xfrm>
            <a:off x="9151810" y="2830285"/>
            <a:ext cx="2692321" cy="3480363"/>
          </a:xfrm>
          <a:prstGeom prst="rect">
            <a:avLst/>
          </a:prstGeom>
        </p:spPr>
        <p:txBody>
          <a:bodyPr>
            <a:normAutofit/>
          </a:bodyPr>
          <a:lstStyle>
            <a:lvl1pPr marL="0" indent="-234900">
              <a:buSzPct val="100000"/>
              <a:buFont typeface="Wingdings" pitchFamily="2" charset="2"/>
              <a:buChar char="§"/>
              <a:defRPr sz="1600"/>
            </a:lvl1pPr>
          </a:lstStyle>
          <a:p>
            <a:pPr lvl="0"/>
            <a:r>
              <a:rPr lang="en-GB"/>
              <a:t>Second level</a:t>
            </a:r>
          </a:p>
        </p:txBody>
      </p:sp>
      <p:sp>
        <p:nvSpPr>
          <p:cNvPr id="4" name="Text Placeholder 8">
            <a:extLst>
              <a:ext uri="{FF2B5EF4-FFF2-40B4-BE49-F238E27FC236}">
                <a16:creationId xmlns:a16="http://schemas.microsoft.com/office/drawing/2014/main" id="{01DF9972-CE63-28B7-701F-279039C77212}"/>
              </a:ext>
            </a:extLst>
          </p:cNvPr>
          <p:cNvSpPr>
            <a:spLocks noGrp="1"/>
          </p:cNvSpPr>
          <p:nvPr>
            <p:ph type="body" sz="quarter" idx="23" hasCustomPrompt="1"/>
          </p:nvPr>
        </p:nvSpPr>
        <p:spPr>
          <a:xfrm>
            <a:off x="9151810" y="2465957"/>
            <a:ext cx="2692321" cy="331031"/>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5" name="Text Placeholder 8">
            <a:extLst>
              <a:ext uri="{FF2B5EF4-FFF2-40B4-BE49-F238E27FC236}">
                <a16:creationId xmlns:a16="http://schemas.microsoft.com/office/drawing/2014/main" id="{DE8AE2B9-FE8D-4C24-1B92-BCF6C387D82A}"/>
              </a:ext>
            </a:extLst>
          </p:cNvPr>
          <p:cNvSpPr>
            <a:spLocks noGrp="1"/>
          </p:cNvSpPr>
          <p:nvPr>
            <p:ph type="body" sz="quarter" idx="24" hasCustomPrompt="1"/>
          </p:nvPr>
        </p:nvSpPr>
        <p:spPr>
          <a:xfrm>
            <a:off x="6217163" y="2830285"/>
            <a:ext cx="2692321" cy="3480363"/>
          </a:xfrm>
          <a:prstGeom prst="rect">
            <a:avLst/>
          </a:prstGeom>
        </p:spPr>
        <p:txBody>
          <a:bodyPr>
            <a:normAutofit/>
          </a:bodyPr>
          <a:lstStyle>
            <a:lvl1pPr marL="0" indent="-234900">
              <a:buSzPct val="100000"/>
              <a:buFont typeface="Wingdings" pitchFamily="2" charset="2"/>
              <a:buChar char="§"/>
              <a:defRPr sz="1600"/>
            </a:lvl1pPr>
          </a:lstStyle>
          <a:p>
            <a:pPr lvl="0"/>
            <a:r>
              <a:rPr lang="en-GB"/>
              <a:t>Second level</a:t>
            </a:r>
          </a:p>
        </p:txBody>
      </p:sp>
      <p:sp>
        <p:nvSpPr>
          <p:cNvPr id="6" name="Text Placeholder 8">
            <a:extLst>
              <a:ext uri="{FF2B5EF4-FFF2-40B4-BE49-F238E27FC236}">
                <a16:creationId xmlns:a16="http://schemas.microsoft.com/office/drawing/2014/main" id="{315EF6B5-9E83-637C-982C-3CEC23EA2FF1}"/>
              </a:ext>
            </a:extLst>
          </p:cNvPr>
          <p:cNvSpPr>
            <a:spLocks noGrp="1"/>
          </p:cNvSpPr>
          <p:nvPr>
            <p:ph type="body" sz="quarter" idx="25" hasCustomPrompt="1"/>
          </p:nvPr>
        </p:nvSpPr>
        <p:spPr>
          <a:xfrm>
            <a:off x="6217163" y="2465957"/>
            <a:ext cx="2692321" cy="331031"/>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7" name="Text Placeholder 8">
            <a:extLst>
              <a:ext uri="{FF2B5EF4-FFF2-40B4-BE49-F238E27FC236}">
                <a16:creationId xmlns:a16="http://schemas.microsoft.com/office/drawing/2014/main" id="{E9F293E3-169B-5E59-279B-3903A6820B2C}"/>
              </a:ext>
            </a:extLst>
          </p:cNvPr>
          <p:cNvSpPr>
            <a:spLocks noGrp="1"/>
          </p:cNvSpPr>
          <p:nvPr>
            <p:ph type="body" sz="quarter" idx="26" hasCustomPrompt="1"/>
          </p:nvPr>
        </p:nvSpPr>
        <p:spPr>
          <a:xfrm>
            <a:off x="3282516" y="2830285"/>
            <a:ext cx="2692321" cy="3480363"/>
          </a:xfrm>
          <a:prstGeom prst="rect">
            <a:avLst/>
          </a:prstGeom>
        </p:spPr>
        <p:txBody>
          <a:bodyPr>
            <a:normAutofit/>
          </a:bodyPr>
          <a:lstStyle>
            <a:lvl1pPr marL="0" indent="-234900">
              <a:buSzPct val="100000"/>
              <a:buFont typeface="Wingdings" pitchFamily="2" charset="2"/>
              <a:buChar char="§"/>
              <a:defRPr sz="1600"/>
            </a:lvl1pPr>
          </a:lstStyle>
          <a:p>
            <a:pPr lvl="0"/>
            <a:r>
              <a:rPr lang="en-GB"/>
              <a:t>Second level</a:t>
            </a:r>
          </a:p>
        </p:txBody>
      </p:sp>
      <p:sp>
        <p:nvSpPr>
          <p:cNvPr id="8" name="Text Placeholder 8">
            <a:extLst>
              <a:ext uri="{FF2B5EF4-FFF2-40B4-BE49-F238E27FC236}">
                <a16:creationId xmlns:a16="http://schemas.microsoft.com/office/drawing/2014/main" id="{B1E5CCA9-9AA0-03F8-939B-9185895055A8}"/>
              </a:ext>
            </a:extLst>
          </p:cNvPr>
          <p:cNvSpPr>
            <a:spLocks noGrp="1"/>
          </p:cNvSpPr>
          <p:nvPr>
            <p:ph type="body" sz="quarter" idx="27" hasCustomPrompt="1"/>
          </p:nvPr>
        </p:nvSpPr>
        <p:spPr>
          <a:xfrm>
            <a:off x="3282516" y="2465957"/>
            <a:ext cx="2692321" cy="331031"/>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10" name="Title 1">
            <a:extLst>
              <a:ext uri="{FF2B5EF4-FFF2-40B4-BE49-F238E27FC236}">
                <a16:creationId xmlns:a16="http://schemas.microsoft.com/office/drawing/2014/main" id="{2589A41F-BE5B-CEC1-1E87-98CB011AC33A}"/>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Tree>
    <p:extLst>
      <p:ext uri="{BB962C8B-B14F-4D97-AF65-F5344CB8AC3E}">
        <p14:creationId xmlns:p14="http://schemas.microsoft.com/office/powerpoint/2010/main" val="39229214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wide boarder">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9D3E560-A383-EBC0-826F-F59E79480A7D}"/>
              </a:ext>
            </a:extLst>
          </p:cNvPr>
          <p:cNvSpPr>
            <a:spLocks noGrp="1" noRot="1" noMove="1" noResize="1" noEditPoints="1" noAdjustHandles="1" noChangeArrowheads="1" noChangeShapeType="1"/>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2" name="Title 1">
            <a:extLst>
              <a:ext uri="{FF2B5EF4-FFF2-40B4-BE49-F238E27FC236}">
                <a16:creationId xmlns:a16="http://schemas.microsoft.com/office/drawing/2014/main" id="{BB23D155-5D85-10BD-359C-08258D898070}"/>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5" name="Text Placeholder 14">
            <a:extLst>
              <a:ext uri="{FF2B5EF4-FFF2-40B4-BE49-F238E27FC236}">
                <a16:creationId xmlns:a16="http://schemas.microsoft.com/office/drawing/2014/main" id="{F538333E-7821-8D7E-CA43-D8210CE7667B}"/>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12878973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_WB">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9D3E560-A383-EBC0-826F-F59E79480A7D}"/>
              </a:ext>
            </a:extLst>
          </p:cNvPr>
          <p:cNvSpPr>
            <a:spLocks noGrp="1" noRot="1" noMove="1" noResize="1" noEditPoints="1" noAdjustHandles="1" noChangeArrowheads="1" noChangeShapeType="1"/>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2" name="Content Placeholder 2">
            <a:extLst>
              <a:ext uri="{FF2B5EF4-FFF2-40B4-BE49-F238E27FC236}">
                <a16:creationId xmlns:a16="http://schemas.microsoft.com/office/drawing/2014/main" id="{19354F87-B813-3D6D-A98E-64DA3C6665F0}"/>
              </a:ext>
            </a:extLst>
          </p:cNvPr>
          <p:cNvSpPr>
            <a:spLocks noGrp="1"/>
          </p:cNvSpPr>
          <p:nvPr>
            <p:ph idx="1" hasCustomPrompt="1"/>
          </p:nvPr>
        </p:nvSpPr>
        <p:spPr>
          <a:xfrm>
            <a:off x="339467" y="1593143"/>
            <a:ext cx="11517916" cy="4718205"/>
          </a:xfrm>
          <a:prstGeom prst="roundRect">
            <a:avLst>
              <a:gd name="adj" fmla="val 3668"/>
            </a:avLst>
          </a:prstGeom>
          <a:solidFill>
            <a:schemeClr val="bg2"/>
          </a:solidFill>
        </p:spPr>
        <p:txBody>
          <a:bodyPr/>
          <a:lstStyle/>
          <a:p>
            <a:pPr lvl="0"/>
            <a:r>
              <a:rPr lang="en-GB"/>
              <a:t>Click to add text, image, chart, or other content</a:t>
            </a:r>
          </a:p>
          <a:p>
            <a:pPr lvl="1"/>
            <a:r>
              <a:rPr lang="en-GB"/>
              <a:t>Second level</a:t>
            </a:r>
          </a:p>
        </p:txBody>
      </p:sp>
      <p:sp>
        <p:nvSpPr>
          <p:cNvPr id="3" name="Title 1">
            <a:extLst>
              <a:ext uri="{FF2B5EF4-FFF2-40B4-BE49-F238E27FC236}">
                <a16:creationId xmlns:a16="http://schemas.microsoft.com/office/drawing/2014/main" id="{ED708DF5-8CC0-608D-35AC-E6B0C7FF92F9}"/>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4" name="Text Placeholder 14">
            <a:extLst>
              <a:ext uri="{FF2B5EF4-FFF2-40B4-BE49-F238E27FC236}">
                <a16:creationId xmlns:a16="http://schemas.microsoft.com/office/drawing/2014/main" id="{CBEC804C-378E-9384-C5A7-33FCDE41D77D}"/>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25194325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right_WB">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171E5AE1-1159-9CB1-E85E-F6F0FBED2A2E}"/>
              </a:ext>
            </a:extLst>
          </p:cNvPr>
          <p:cNvSpPr>
            <a:spLocks noGrp="1"/>
          </p:cNvSpPr>
          <p:nvPr>
            <p:ph sz="half" idx="26" hasCustomPrompt="1"/>
          </p:nvPr>
        </p:nvSpPr>
        <p:spPr>
          <a:xfrm>
            <a:off x="6167109" y="1700214"/>
            <a:ext cx="5675242" cy="4587151"/>
          </a:xfrm>
          <a:prstGeom prst="roundRect">
            <a:avLst>
              <a:gd name="adj" fmla="val 2762"/>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3" name="Freeform 12">
            <a:extLst>
              <a:ext uri="{FF2B5EF4-FFF2-40B4-BE49-F238E27FC236}">
                <a16:creationId xmlns:a16="http://schemas.microsoft.com/office/drawing/2014/main" id="{B9D3E560-A383-EBC0-826F-F59E79480A7D}"/>
              </a:ext>
            </a:extLst>
          </p:cNvPr>
          <p:cNvSpPr>
            <a:spLocks noGrp="1" noRot="1" noMove="1" noResize="1" noEditPoints="1" noAdjustHandles="1" noChangeArrowheads="1" noChangeShapeType="1"/>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3" name="Text Placeholder 8">
            <a:extLst>
              <a:ext uri="{FF2B5EF4-FFF2-40B4-BE49-F238E27FC236}">
                <a16:creationId xmlns:a16="http://schemas.microsoft.com/office/drawing/2014/main" id="{3475D740-711E-0EDF-E08E-16F2A51E7044}"/>
              </a:ext>
            </a:extLst>
          </p:cNvPr>
          <p:cNvSpPr>
            <a:spLocks noGrp="1"/>
          </p:cNvSpPr>
          <p:nvPr>
            <p:ph type="body" sz="quarter" idx="19" hasCustomPrompt="1"/>
          </p:nvPr>
        </p:nvSpPr>
        <p:spPr>
          <a:xfrm>
            <a:off x="347869" y="1700213"/>
            <a:ext cx="5029200" cy="4587151"/>
          </a:xfrm>
          <a:prstGeom prst="rect">
            <a:avLst/>
          </a:prstGeom>
        </p:spPr>
        <p:txBody>
          <a:bodyPr>
            <a:normAutofit/>
          </a:bodyPr>
          <a:lstStyle>
            <a:lvl1pPr marL="0" marR="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sz="1600">
                <a:solidFill>
                  <a:schemeClr val="tx1"/>
                </a:solidFill>
              </a:defRPr>
            </a:lvl1pPr>
          </a:lstStyle>
          <a:p>
            <a:pPr lvl="0"/>
            <a:r>
              <a:rPr lang="en-GB"/>
              <a:t>Lorem ipsum dolor sit amet adispiscing elit </a:t>
            </a:r>
          </a:p>
          <a:p>
            <a:pPr lvl="0"/>
            <a:endParaRPr lang="en-GB"/>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r>
              <a:rPr lang="en-GB"/>
              <a:t>Lorem ipsum dolor sit amet adispiscing elit </a:t>
            </a:r>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endParaRPr lang="en-GB"/>
          </a:p>
          <a:p>
            <a:pPr marL="0" marR="0" lvl="0" indent="-234900" algn="l" defTabSz="914400" rtl="0" eaLnBrk="1" fontAlgn="auto" latinLnBrk="0" hangingPunct="1">
              <a:lnSpc>
                <a:spcPct val="90000"/>
              </a:lnSpc>
              <a:spcBef>
                <a:spcPts val="1000"/>
              </a:spcBef>
              <a:spcAft>
                <a:spcPts val="600"/>
              </a:spcAft>
              <a:buClrTx/>
              <a:buSzPct val="100000"/>
              <a:buFont typeface="Wingdings" pitchFamily="2" charset="2"/>
              <a:buChar char="§"/>
              <a:tabLst/>
              <a:defRPr/>
            </a:pPr>
            <a:r>
              <a:rPr lang="en-GB"/>
              <a:t>Lorem ipsum dolor sit amet adispiscing elit </a:t>
            </a:r>
          </a:p>
          <a:p>
            <a:pPr lvl="0"/>
            <a:endParaRPr lang="en-GB"/>
          </a:p>
        </p:txBody>
      </p:sp>
      <p:sp>
        <p:nvSpPr>
          <p:cNvPr id="2" name="Title 1">
            <a:extLst>
              <a:ext uri="{FF2B5EF4-FFF2-40B4-BE49-F238E27FC236}">
                <a16:creationId xmlns:a16="http://schemas.microsoft.com/office/drawing/2014/main" id="{99CBA868-9D87-A841-71E4-68920764A43A}"/>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4" name="Text Placeholder 14">
            <a:extLst>
              <a:ext uri="{FF2B5EF4-FFF2-40B4-BE49-F238E27FC236}">
                <a16:creationId xmlns:a16="http://schemas.microsoft.com/office/drawing/2014/main" id="{B52DF043-61D8-29CA-EFA6-2D22FB039E1F}"/>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38719379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ntents_WB">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8F758F4C-1F18-A309-8818-248B1FBBF033}"/>
              </a:ext>
            </a:extLst>
          </p:cNvPr>
          <p:cNvSpPr>
            <a:spLocks noGrp="1"/>
          </p:cNvSpPr>
          <p:nvPr>
            <p:ph sz="half" idx="24" hasCustomPrompt="1"/>
          </p:nvPr>
        </p:nvSpPr>
        <p:spPr>
          <a:xfrm>
            <a:off x="339465" y="2149353"/>
            <a:ext cx="5675242" cy="4138012"/>
          </a:xfrm>
          <a:prstGeom prst="roundRect">
            <a:avLst>
              <a:gd name="adj" fmla="val 2762"/>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1" name="Text Placeholder 8">
            <a:extLst>
              <a:ext uri="{FF2B5EF4-FFF2-40B4-BE49-F238E27FC236}">
                <a16:creationId xmlns:a16="http://schemas.microsoft.com/office/drawing/2014/main" id="{BE454D23-7ED2-8374-77C9-A614CBDE42EB}"/>
              </a:ext>
            </a:extLst>
          </p:cNvPr>
          <p:cNvSpPr>
            <a:spLocks noGrp="1"/>
          </p:cNvSpPr>
          <p:nvPr>
            <p:ph type="body" sz="quarter" idx="25" hasCustomPrompt="1"/>
          </p:nvPr>
        </p:nvSpPr>
        <p:spPr>
          <a:xfrm>
            <a:off x="339465" y="1700214"/>
            <a:ext cx="5675242" cy="361457"/>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12" name="Content Placeholder 2">
            <a:extLst>
              <a:ext uri="{FF2B5EF4-FFF2-40B4-BE49-F238E27FC236}">
                <a16:creationId xmlns:a16="http://schemas.microsoft.com/office/drawing/2014/main" id="{171E5AE1-1159-9CB1-E85E-F6F0FBED2A2E}"/>
              </a:ext>
            </a:extLst>
          </p:cNvPr>
          <p:cNvSpPr>
            <a:spLocks noGrp="1"/>
          </p:cNvSpPr>
          <p:nvPr>
            <p:ph sz="half" idx="26" hasCustomPrompt="1"/>
          </p:nvPr>
        </p:nvSpPr>
        <p:spPr>
          <a:xfrm>
            <a:off x="6167109" y="2149353"/>
            <a:ext cx="5675242" cy="4138012"/>
          </a:xfrm>
          <a:prstGeom prst="roundRect">
            <a:avLst>
              <a:gd name="adj" fmla="val 2762"/>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4" name="Text Placeholder 8">
            <a:extLst>
              <a:ext uri="{FF2B5EF4-FFF2-40B4-BE49-F238E27FC236}">
                <a16:creationId xmlns:a16="http://schemas.microsoft.com/office/drawing/2014/main" id="{BE074BEB-25B9-F111-F51B-0EDF5E5BEEF6}"/>
              </a:ext>
            </a:extLst>
          </p:cNvPr>
          <p:cNvSpPr>
            <a:spLocks noGrp="1"/>
          </p:cNvSpPr>
          <p:nvPr>
            <p:ph type="body" sz="quarter" idx="27" hasCustomPrompt="1"/>
          </p:nvPr>
        </p:nvSpPr>
        <p:spPr>
          <a:xfrm>
            <a:off x="6167109" y="1700214"/>
            <a:ext cx="5675242" cy="361457"/>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13" name="Freeform 12">
            <a:extLst>
              <a:ext uri="{FF2B5EF4-FFF2-40B4-BE49-F238E27FC236}">
                <a16:creationId xmlns:a16="http://schemas.microsoft.com/office/drawing/2014/main" id="{B9D3E560-A383-EBC0-826F-F59E79480A7D}"/>
              </a:ext>
            </a:extLst>
          </p:cNvPr>
          <p:cNvSpPr>
            <a:spLocks noGrp="1" noRot="1" noMove="1" noResize="1" noEditPoints="1" noAdjustHandles="1" noChangeArrowheads="1" noChangeShapeType="1"/>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2" name="Title 1">
            <a:extLst>
              <a:ext uri="{FF2B5EF4-FFF2-40B4-BE49-F238E27FC236}">
                <a16:creationId xmlns:a16="http://schemas.microsoft.com/office/drawing/2014/main" id="{9B5741A9-A41B-A03C-6FD2-EF26226CBC30}"/>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3" name="Text Placeholder 14">
            <a:extLst>
              <a:ext uri="{FF2B5EF4-FFF2-40B4-BE49-F238E27FC236}">
                <a16:creationId xmlns:a16="http://schemas.microsoft.com/office/drawing/2014/main" id="{401AFBA5-F0C3-3DE3-8877-403D18674522}"/>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23748472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ntents_WB">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A0FE7155-48CB-429B-C050-4C3335386092}"/>
              </a:ext>
            </a:extLst>
          </p:cNvPr>
          <p:cNvSpPr>
            <a:spLocks noGrp="1"/>
          </p:cNvSpPr>
          <p:nvPr>
            <p:ph sz="half" idx="26" hasCustomPrompt="1"/>
          </p:nvPr>
        </p:nvSpPr>
        <p:spPr>
          <a:xfrm>
            <a:off x="339150" y="2138773"/>
            <a:ext cx="3682263" cy="4148592"/>
          </a:xfrm>
          <a:prstGeom prst="roundRect">
            <a:avLst>
              <a:gd name="adj" fmla="val 3740"/>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0" name="Content Placeholder 3">
            <a:extLst>
              <a:ext uri="{FF2B5EF4-FFF2-40B4-BE49-F238E27FC236}">
                <a16:creationId xmlns:a16="http://schemas.microsoft.com/office/drawing/2014/main" id="{938B1025-7A3D-837D-E66A-787EAB657FE8}"/>
              </a:ext>
            </a:extLst>
          </p:cNvPr>
          <p:cNvSpPr>
            <a:spLocks noGrp="1"/>
          </p:cNvSpPr>
          <p:nvPr>
            <p:ph sz="half" idx="28" hasCustomPrompt="1"/>
          </p:nvPr>
        </p:nvSpPr>
        <p:spPr>
          <a:xfrm>
            <a:off x="8156155" y="2138773"/>
            <a:ext cx="3682263" cy="4148592"/>
          </a:xfrm>
          <a:prstGeom prst="roundRect">
            <a:avLst>
              <a:gd name="adj" fmla="val 3740"/>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2" name="Content Placeholder 3">
            <a:extLst>
              <a:ext uri="{FF2B5EF4-FFF2-40B4-BE49-F238E27FC236}">
                <a16:creationId xmlns:a16="http://schemas.microsoft.com/office/drawing/2014/main" id="{754CFD0A-C72D-83DD-3847-BB83BFAAC82E}"/>
              </a:ext>
            </a:extLst>
          </p:cNvPr>
          <p:cNvSpPr>
            <a:spLocks noGrp="1"/>
          </p:cNvSpPr>
          <p:nvPr>
            <p:ph sz="half" idx="30" hasCustomPrompt="1"/>
          </p:nvPr>
        </p:nvSpPr>
        <p:spPr>
          <a:xfrm>
            <a:off x="4250508" y="2138773"/>
            <a:ext cx="3682263" cy="4148592"/>
          </a:xfrm>
          <a:prstGeom prst="roundRect">
            <a:avLst>
              <a:gd name="adj" fmla="val 3740"/>
            </a:avLst>
          </a:prstGeom>
          <a:solidFill>
            <a:schemeClr val="bg2"/>
          </a:solidFill>
        </p:spPr>
        <p:txBody>
          <a:bodyPr>
            <a:normAutofit/>
          </a:bodyPr>
          <a:lstStyle>
            <a:lvl1pPr>
              <a:defRPr sz="1400"/>
            </a:lvl1pPr>
            <a:lvl2pPr>
              <a:defRPr sz="1400"/>
            </a:lvl2pPr>
          </a:lstStyle>
          <a:p>
            <a:pPr lvl="0"/>
            <a:r>
              <a:rPr lang="en-GB"/>
              <a:t>Click to add text, image, chart, or other content</a:t>
            </a:r>
          </a:p>
          <a:p>
            <a:pPr lvl="1"/>
            <a:r>
              <a:rPr lang="en-GB"/>
              <a:t>Second level</a:t>
            </a:r>
          </a:p>
        </p:txBody>
      </p:sp>
      <p:sp>
        <p:nvSpPr>
          <p:cNvPr id="13" name="Freeform 12">
            <a:extLst>
              <a:ext uri="{FF2B5EF4-FFF2-40B4-BE49-F238E27FC236}">
                <a16:creationId xmlns:a16="http://schemas.microsoft.com/office/drawing/2014/main" id="{B9D3E560-A383-EBC0-826F-F59E79480A7D}"/>
              </a:ext>
            </a:extLst>
          </p:cNvPr>
          <p:cNvSpPr>
            <a:spLocks noGrp="1" noRot="1" noMove="1" noResize="1" noEditPoints="1" noAdjustHandles="1" noChangeArrowheads="1" noChangeShapeType="1"/>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7" name="Text Placeholder 8">
            <a:extLst>
              <a:ext uri="{FF2B5EF4-FFF2-40B4-BE49-F238E27FC236}">
                <a16:creationId xmlns:a16="http://schemas.microsoft.com/office/drawing/2014/main" id="{E164521D-6F62-56AC-EA1A-EA555E3FCF87}"/>
              </a:ext>
            </a:extLst>
          </p:cNvPr>
          <p:cNvSpPr>
            <a:spLocks noGrp="1"/>
          </p:cNvSpPr>
          <p:nvPr>
            <p:ph type="body" sz="quarter" idx="27" hasCustomPrompt="1"/>
          </p:nvPr>
        </p:nvSpPr>
        <p:spPr>
          <a:xfrm>
            <a:off x="339151" y="1694639"/>
            <a:ext cx="3690982" cy="361457"/>
          </a:xfrm>
          <a:prstGeom prst="rect">
            <a:avLst/>
          </a:prstGeom>
        </p:spPr>
        <p:txBody>
          <a:bodyPr>
            <a:normAutofit/>
          </a:bodyPr>
          <a:lstStyle>
            <a:lvl1pPr marL="0" indent="0">
              <a:buFont typeface="Wingdings" pitchFamily="2" charset="2"/>
              <a:buNone/>
              <a:defRPr sz="1600"/>
            </a:lvl1pPr>
          </a:lstStyle>
          <a:p>
            <a:pPr lvl="0"/>
            <a:r>
              <a:rPr lang="en-GB"/>
              <a:t>Click to add text</a:t>
            </a:r>
          </a:p>
        </p:txBody>
      </p:sp>
      <p:sp>
        <p:nvSpPr>
          <p:cNvPr id="11" name="Text Placeholder 8">
            <a:extLst>
              <a:ext uri="{FF2B5EF4-FFF2-40B4-BE49-F238E27FC236}">
                <a16:creationId xmlns:a16="http://schemas.microsoft.com/office/drawing/2014/main" id="{5B1B3560-9F34-3113-E083-A84CA2046944}"/>
              </a:ext>
            </a:extLst>
          </p:cNvPr>
          <p:cNvSpPr>
            <a:spLocks noGrp="1"/>
          </p:cNvSpPr>
          <p:nvPr>
            <p:ph type="body" sz="quarter" idx="29" hasCustomPrompt="1"/>
          </p:nvPr>
        </p:nvSpPr>
        <p:spPr>
          <a:xfrm>
            <a:off x="8156156" y="1694639"/>
            <a:ext cx="3690982" cy="361457"/>
          </a:xfrm>
          <a:prstGeom prst="rect">
            <a:avLst/>
          </a:prstGeom>
        </p:spPr>
        <p:txBody>
          <a:bodyPr>
            <a:normAutofit/>
          </a:bodyPr>
          <a:lstStyle>
            <a:lvl1pPr marL="0" indent="0">
              <a:buFont typeface="Wingdings" pitchFamily="2" charset="2"/>
              <a:buNone/>
              <a:defRPr sz="1600"/>
            </a:lvl1pPr>
          </a:lstStyle>
          <a:p>
            <a:pPr lvl="0"/>
            <a:r>
              <a:rPr lang="en-GB"/>
              <a:t>Click to add text</a:t>
            </a:r>
          </a:p>
        </p:txBody>
      </p:sp>
      <p:sp>
        <p:nvSpPr>
          <p:cNvPr id="14" name="Text Placeholder 8">
            <a:extLst>
              <a:ext uri="{FF2B5EF4-FFF2-40B4-BE49-F238E27FC236}">
                <a16:creationId xmlns:a16="http://schemas.microsoft.com/office/drawing/2014/main" id="{18CD3576-0426-E3E9-FBDE-176BEAC603CE}"/>
              </a:ext>
            </a:extLst>
          </p:cNvPr>
          <p:cNvSpPr>
            <a:spLocks noGrp="1"/>
          </p:cNvSpPr>
          <p:nvPr>
            <p:ph type="body" sz="quarter" idx="31" hasCustomPrompt="1"/>
          </p:nvPr>
        </p:nvSpPr>
        <p:spPr>
          <a:xfrm>
            <a:off x="4250509" y="1694639"/>
            <a:ext cx="3690982" cy="361457"/>
          </a:xfrm>
          <a:prstGeom prst="rect">
            <a:avLst/>
          </a:prstGeom>
        </p:spPr>
        <p:txBody>
          <a:bodyPr>
            <a:normAutofit/>
          </a:bodyPr>
          <a:lstStyle>
            <a:lvl1pPr marL="0" indent="0">
              <a:buFont typeface="Wingdings" pitchFamily="2" charset="2"/>
              <a:buNone/>
              <a:defRPr sz="1600"/>
            </a:lvl1pPr>
          </a:lstStyle>
          <a:p>
            <a:pPr lvl="0"/>
            <a:r>
              <a:rPr lang="en-GB"/>
              <a:t>Click to add text</a:t>
            </a:r>
          </a:p>
        </p:txBody>
      </p:sp>
      <p:sp>
        <p:nvSpPr>
          <p:cNvPr id="3" name="Title 1">
            <a:extLst>
              <a:ext uri="{FF2B5EF4-FFF2-40B4-BE49-F238E27FC236}">
                <a16:creationId xmlns:a16="http://schemas.microsoft.com/office/drawing/2014/main" id="{5929086A-5DF3-F9B2-8039-75FF99BF14C1}"/>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4" name="Text Placeholder 14">
            <a:extLst>
              <a:ext uri="{FF2B5EF4-FFF2-40B4-BE49-F238E27FC236}">
                <a16:creationId xmlns:a16="http://schemas.microsoft.com/office/drawing/2014/main" id="{6AFD6986-F3D4-BB0C-212A-82D544B103DA}"/>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6414501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pillars_WB">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B9D3E560-A383-EBC0-826F-F59E79480A7D}"/>
              </a:ext>
            </a:extLst>
          </p:cNvPr>
          <p:cNvSpPr>
            <a:spLocks noGrp="1" noRot="1" noMove="1" noResize="1" noEditPoints="1" noAdjustHandles="1" noChangeArrowheads="1" noChangeShapeType="1"/>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3" name="Text Placeholder 8">
            <a:extLst>
              <a:ext uri="{FF2B5EF4-FFF2-40B4-BE49-F238E27FC236}">
                <a16:creationId xmlns:a16="http://schemas.microsoft.com/office/drawing/2014/main" id="{2C379727-544A-8B95-EFCF-006088BA8EFA}"/>
              </a:ext>
            </a:extLst>
          </p:cNvPr>
          <p:cNvSpPr>
            <a:spLocks noGrp="1"/>
          </p:cNvSpPr>
          <p:nvPr>
            <p:ph type="body" sz="quarter" idx="17" hasCustomPrompt="1"/>
          </p:nvPr>
        </p:nvSpPr>
        <p:spPr>
          <a:xfrm>
            <a:off x="347869" y="2301014"/>
            <a:ext cx="2692321" cy="4009634"/>
          </a:xfrm>
          <a:prstGeom prst="rect">
            <a:avLst/>
          </a:prstGeom>
        </p:spPr>
        <p:txBody>
          <a:bodyPr>
            <a:normAutofit/>
          </a:bodyPr>
          <a:lstStyle>
            <a:lvl1pPr marL="0" indent="-234900">
              <a:buSzPct val="100000"/>
              <a:buFont typeface="Wingdings" pitchFamily="2" charset="2"/>
              <a:buChar char="§"/>
              <a:defRPr sz="1600"/>
            </a:lvl1pPr>
          </a:lstStyle>
          <a:p>
            <a:pPr lvl="0"/>
            <a:r>
              <a:rPr lang="en-GB"/>
              <a:t>Second level</a:t>
            </a:r>
          </a:p>
        </p:txBody>
      </p:sp>
      <p:sp>
        <p:nvSpPr>
          <p:cNvPr id="4" name="Text Placeholder 8">
            <a:extLst>
              <a:ext uri="{FF2B5EF4-FFF2-40B4-BE49-F238E27FC236}">
                <a16:creationId xmlns:a16="http://schemas.microsoft.com/office/drawing/2014/main" id="{C822D625-77CE-4E27-B633-77CFF3F48DF7}"/>
              </a:ext>
            </a:extLst>
          </p:cNvPr>
          <p:cNvSpPr>
            <a:spLocks noGrp="1"/>
          </p:cNvSpPr>
          <p:nvPr>
            <p:ph type="body" sz="quarter" idx="21" hasCustomPrompt="1"/>
          </p:nvPr>
        </p:nvSpPr>
        <p:spPr>
          <a:xfrm>
            <a:off x="347869" y="1694639"/>
            <a:ext cx="2692321" cy="606375"/>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8" name="Text Placeholder 8">
            <a:extLst>
              <a:ext uri="{FF2B5EF4-FFF2-40B4-BE49-F238E27FC236}">
                <a16:creationId xmlns:a16="http://schemas.microsoft.com/office/drawing/2014/main" id="{EE32A3E5-871D-C723-523A-B59BC54217BF}"/>
              </a:ext>
            </a:extLst>
          </p:cNvPr>
          <p:cNvSpPr>
            <a:spLocks noGrp="1"/>
          </p:cNvSpPr>
          <p:nvPr>
            <p:ph type="body" sz="quarter" idx="22" hasCustomPrompt="1"/>
          </p:nvPr>
        </p:nvSpPr>
        <p:spPr>
          <a:xfrm>
            <a:off x="9151810" y="2301014"/>
            <a:ext cx="2692321" cy="4009634"/>
          </a:xfrm>
          <a:prstGeom prst="rect">
            <a:avLst/>
          </a:prstGeom>
        </p:spPr>
        <p:txBody>
          <a:bodyPr>
            <a:normAutofit/>
          </a:bodyPr>
          <a:lstStyle>
            <a:lvl1pPr marL="0" indent="-234900">
              <a:buSzPct val="100000"/>
              <a:buFont typeface="Wingdings" pitchFamily="2" charset="2"/>
              <a:buChar char="§"/>
              <a:defRPr sz="1600"/>
            </a:lvl1pPr>
          </a:lstStyle>
          <a:p>
            <a:pPr lvl="0"/>
            <a:r>
              <a:rPr lang="en-GB"/>
              <a:t>Second level</a:t>
            </a:r>
          </a:p>
        </p:txBody>
      </p:sp>
      <p:sp>
        <p:nvSpPr>
          <p:cNvPr id="9" name="Text Placeholder 8">
            <a:extLst>
              <a:ext uri="{FF2B5EF4-FFF2-40B4-BE49-F238E27FC236}">
                <a16:creationId xmlns:a16="http://schemas.microsoft.com/office/drawing/2014/main" id="{CA05A753-2AE1-B1DA-52F4-E5C136A58AA0}"/>
              </a:ext>
            </a:extLst>
          </p:cNvPr>
          <p:cNvSpPr>
            <a:spLocks noGrp="1"/>
          </p:cNvSpPr>
          <p:nvPr>
            <p:ph type="body" sz="quarter" idx="23" hasCustomPrompt="1"/>
          </p:nvPr>
        </p:nvSpPr>
        <p:spPr>
          <a:xfrm>
            <a:off x="9151810" y="1694639"/>
            <a:ext cx="2692321" cy="606375"/>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15" name="Text Placeholder 8">
            <a:extLst>
              <a:ext uri="{FF2B5EF4-FFF2-40B4-BE49-F238E27FC236}">
                <a16:creationId xmlns:a16="http://schemas.microsoft.com/office/drawing/2014/main" id="{604706E6-49F2-4E2F-FF9C-0FE38A8857D8}"/>
              </a:ext>
            </a:extLst>
          </p:cNvPr>
          <p:cNvSpPr>
            <a:spLocks noGrp="1"/>
          </p:cNvSpPr>
          <p:nvPr>
            <p:ph type="body" sz="quarter" idx="24" hasCustomPrompt="1"/>
          </p:nvPr>
        </p:nvSpPr>
        <p:spPr>
          <a:xfrm>
            <a:off x="6217163" y="2301014"/>
            <a:ext cx="2692321" cy="4009634"/>
          </a:xfrm>
          <a:prstGeom prst="rect">
            <a:avLst/>
          </a:prstGeom>
        </p:spPr>
        <p:txBody>
          <a:bodyPr>
            <a:normAutofit/>
          </a:bodyPr>
          <a:lstStyle>
            <a:lvl1pPr marL="0" indent="-234900">
              <a:buSzPct val="100000"/>
              <a:buFont typeface="Wingdings" pitchFamily="2" charset="2"/>
              <a:buChar char="§"/>
              <a:defRPr sz="1600"/>
            </a:lvl1pPr>
          </a:lstStyle>
          <a:p>
            <a:pPr lvl="0"/>
            <a:r>
              <a:rPr lang="en-GB"/>
              <a:t>Second level</a:t>
            </a:r>
          </a:p>
        </p:txBody>
      </p:sp>
      <p:sp>
        <p:nvSpPr>
          <p:cNvPr id="16" name="Text Placeholder 8">
            <a:extLst>
              <a:ext uri="{FF2B5EF4-FFF2-40B4-BE49-F238E27FC236}">
                <a16:creationId xmlns:a16="http://schemas.microsoft.com/office/drawing/2014/main" id="{98EC4DDE-2368-5D11-D59E-44A578C3F4E7}"/>
              </a:ext>
            </a:extLst>
          </p:cNvPr>
          <p:cNvSpPr>
            <a:spLocks noGrp="1"/>
          </p:cNvSpPr>
          <p:nvPr>
            <p:ph type="body" sz="quarter" idx="25" hasCustomPrompt="1"/>
          </p:nvPr>
        </p:nvSpPr>
        <p:spPr>
          <a:xfrm>
            <a:off x="6217163" y="1694639"/>
            <a:ext cx="2692321" cy="606375"/>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17" name="Text Placeholder 8">
            <a:extLst>
              <a:ext uri="{FF2B5EF4-FFF2-40B4-BE49-F238E27FC236}">
                <a16:creationId xmlns:a16="http://schemas.microsoft.com/office/drawing/2014/main" id="{11F8862F-5B54-0967-A85B-14F9E6C06BE7}"/>
              </a:ext>
            </a:extLst>
          </p:cNvPr>
          <p:cNvSpPr>
            <a:spLocks noGrp="1"/>
          </p:cNvSpPr>
          <p:nvPr>
            <p:ph type="body" sz="quarter" idx="26" hasCustomPrompt="1"/>
          </p:nvPr>
        </p:nvSpPr>
        <p:spPr>
          <a:xfrm>
            <a:off x="3282516" y="2301014"/>
            <a:ext cx="2692321" cy="4009634"/>
          </a:xfrm>
          <a:prstGeom prst="rect">
            <a:avLst/>
          </a:prstGeom>
        </p:spPr>
        <p:txBody>
          <a:bodyPr>
            <a:normAutofit/>
          </a:bodyPr>
          <a:lstStyle>
            <a:lvl1pPr marL="0" indent="-234900">
              <a:buSzPct val="100000"/>
              <a:buFont typeface="Wingdings" pitchFamily="2" charset="2"/>
              <a:buChar char="§"/>
              <a:defRPr sz="1600"/>
            </a:lvl1pPr>
          </a:lstStyle>
          <a:p>
            <a:pPr lvl="0"/>
            <a:r>
              <a:rPr lang="en-GB"/>
              <a:t>Second level</a:t>
            </a:r>
          </a:p>
        </p:txBody>
      </p:sp>
      <p:sp>
        <p:nvSpPr>
          <p:cNvPr id="18" name="Text Placeholder 8">
            <a:extLst>
              <a:ext uri="{FF2B5EF4-FFF2-40B4-BE49-F238E27FC236}">
                <a16:creationId xmlns:a16="http://schemas.microsoft.com/office/drawing/2014/main" id="{7CF666FD-1BC7-DFEE-77C8-70D770435BF3}"/>
              </a:ext>
            </a:extLst>
          </p:cNvPr>
          <p:cNvSpPr>
            <a:spLocks noGrp="1"/>
          </p:cNvSpPr>
          <p:nvPr>
            <p:ph type="body" sz="quarter" idx="27" hasCustomPrompt="1"/>
          </p:nvPr>
        </p:nvSpPr>
        <p:spPr>
          <a:xfrm>
            <a:off x="3282516" y="1694639"/>
            <a:ext cx="2692321" cy="606375"/>
          </a:xfrm>
          <a:prstGeom prst="rect">
            <a:avLst/>
          </a:prstGeom>
        </p:spPr>
        <p:txBody>
          <a:bodyPr>
            <a:normAutofit/>
          </a:bodyPr>
          <a:lstStyle>
            <a:lvl1pPr marL="0" indent="0">
              <a:buFont typeface="Wingdings" pitchFamily="2" charset="2"/>
              <a:buNone/>
              <a:defRPr sz="1800"/>
            </a:lvl1pPr>
          </a:lstStyle>
          <a:p>
            <a:pPr lvl="0"/>
            <a:r>
              <a:rPr lang="en-GB"/>
              <a:t>Click to add text</a:t>
            </a:r>
          </a:p>
        </p:txBody>
      </p:sp>
      <p:sp>
        <p:nvSpPr>
          <p:cNvPr id="6" name="Title 1">
            <a:extLst>
              <a:ext uri="{FF2B5EF4-FFF2-40B4-BE49-F238E27FC236}">
                <a16:creationId xmlns:a16="http://schemas.microsoft.com/office/drawing/2014/main" id="{185E3F7E-577C-B9DF-8E15-7E2D137B4C9C}"/>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7" name="Text Placeholder 14">
            <a:extLst>
              <a:ext uri="{FF2B5EF4-FFF2-40B4-BE49-F238E27FC236}">
                <a16:creationId xmlns:a16="http://schemas.microsoft.com/office/drawing/2014/main" id="{83D0BE97-0854-8E0E-5FBA-7287830E261D}"/>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20877824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cons">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799B6785-5CAD-DCDB-883C-34F3B90F89F8}"/>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
        <p:nvSpPr>
          <p:cNvPr id="2" name="Rounded Rectangle 1">
            <a:extLst>
              <a:ext uri="{FF2B5EF4-FFF2-40B4-BE49-F238E27FC236}">
                <a16:creationId xmlns:a16="http://schemas.microsoft.com/office/drawing/2014/main" id="{B64BC9F6-09AB-0855-4D93-BCBD2C6099BB}"/>
              </a:ext>
            </a:extLst>
          </p:cNvPr>
          <p:cNvSpPr/>
          <p:nvPr userDrawn="1"/>
        </p:nvSpPr>
        <p:spPr>
          <a:xfrm>
            <a:off x="335586" y="2547018"/>
            <a:ext cx="2765534"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3" name="Rounded Rectangle 2">
            <a:extLst>
              <a:ext uri="{FF2B5EF4-FFF2-40B4-BE49-F238E27FC236}">
                <a16:creationId xmlns:a16="http://schemas.microsoft.com/office/drawing/2014/main" id="{B4688270-B670-CFA6-7682-32D2E7A55E86}"/>
              </a:ext>
            </a:extLst>
          </p:cNvPr>
          <p:cNvSpPr/>
          <p:nvPr userDrawn="1"/>
        </p:nvSpPr>
        <p:spPr>
          <a:xfrm>
            <a:off x="3255277" y="2547018"/>
            <a:ext cx="2761200"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4" name="Rounded Rectangle 3">
            <a:extLst>
              <a:ext uri="{FF2B5EF4-FFF2-40B4-BE49-F238E27FC236}">
                <a16:creationId xmlns:a16="http://schemas.microsoft.com/office/drawing/2014/main" id="{F1850789-D5AD-3C45-4A6A-085B9050B6B1}"/>
              </a:ext>
            </a:extLst>
          </p:cNvPr>
          <p:cNvSpPr/>
          <p:nvPr userDrawn="1"/>
        </p:nvSpPr>
        <p:spPr>
          <a:xfrm>
            <a:off x="6174968" y="2547018"/>
            <a:ext cx="2765534"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5" name="Rounded Rectangle 4">
            <a:extLst>
              <a:ext uri="{FF2B5EF4-FFF2-40B4-BE49-F238E27FC236}">
                <a16:creationId xmlns:a16="http://schemas.microsoft.com/office/drawing/2014/main" id="{F7638868-F4B2-FA2E-AFF7-A436D46C15A0}"/>
              </a:ext>
            </a:extLst>
          </p:cNvPr>
          <p:cNvSpPr/>
          <p:nvPr userDrawn="1"/>
        </p:nvSpPr>
        <p:spPr>
          <a:xfrm>
            <a:off x="9094659" y="2547018"/>
            <a:ext cx="2765534"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17" name="Text Placeholder 18">
            <a:extLst>
              <a:ext uri="{FF2B5EF4-FFF2-40B4-BE49-F238E27FC236}">
                <a16:creationId xmlns:a16="http://schemas.microsoft.com/office/drawing/2014/main" id="{C855137C-7A05-763D-415A-C281B4DA0CF2}"/>
              </a:ext>
            </a:extLst>
          </p:cNvPr>
          <p:cNvSpPr>
            <a:spLocks noGrp="1"/>
          </p:cNvSpPr>
          <p:nvPr>
            <p:ph type="body" sz="quarter" idx="13" hasCustomPrompt="1"/>
          </p:nvPr>
        </p:nvSpPr>
        <p:spPr>
          <a:xfrm>
            <a:off x="34787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18" name="Text Placeholder 18">
            <a:extLst>
              <a:ext uri="{FF2B5EF4-FFF2-40B4-BE49-F238E27FC236}">
                <a16:creationId xmlns:a16="http://schemas.microsoft.com/office/drawing/2014/main" id="{127134E0-28AB-9FB3-2D8A-441DAAAF2560}"/>
              </a:ext>
            </a:extLst>
          </p:cNvPr>
          <p:cNvSpPr>
            <a:spLocks noGrp="1"/>
          </p:cNvSpPr>
          <p:nvPr>
            <p:ph type="body" sz="quarter" idx="14" hasCustomPrompt="1"/>
          </p:nvPr>
        </p:nvSpPr>
        <p:spPr>
          <a:xfrm>
            <a:off x="34787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1" name="Text Placeholder 18">
            <a:extLst>
              <a:ext uri="{FF2B5EF4-FFF2-40B4-BE49-F238E27FC236}">
                <a16:creationId xmlns:a16="http://schemas.microsoft.com/office/drawing/2014/main" id="{4F82E25E-BDA1-5FEE-E3A0-200B36DFC6A3}"/>
              </a:ext>
            </a:extLst>
          </p:cNvPr>
          <p:cNvSpPr>
            <a:spLocks noGrp="1"/>
          </p:cNvSpPr>
          <p:nvPr>
            <p:ph type="body" sz="quarter" idx="15" hasCustomPrompt="1"/>
          </p:nvPr>
        </p:nvSpPr>
        <p:spPr>
          <a:xfrm>
            <a:off x="325109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2" name="Text Placeholder 18">
            <a:extLst>
              <a:ext uri="{FF2B5EF4-FFF2-40B4-BE49-F238E27FC236}">
                <a16:creationId xmlns:a16="http://schemas.microsoft.com/office/drawing/2014/main" id="{DB87C46D-B44A-D24F-EB33-C13956D931E4}"/>
              </a:ext>
            </a:extLst>
          </p:cNvPr>
          <p:cNvSpPr>
            <a:spLocks noGrp="1"/>
          </p:cNvSpPr>
          <p:nvPr>
            <p:ph type="body" sz="quarter" idx="16" hasCustomPrompt="1"/>
          </p:nvPr>
        </p:nvSpPr>
        <p:spPr>
          <a:xfrm>
            <a:off x="325109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3" name="Text Placeholder 18">
            <a:extLst>
              <a:ext uri="{FF2B5EF4-FFF2-40B4-BE49-F238E27FC236}">
                <a16:creationId xmlns:a16="http://schemas.microsoft.com/office/drawing/2014/main" id="{C7B088A1-1893-B254-CEE7-2F1B0B4A479E}"/>
              </a:ext>
            </a:extLst>
          </p:cNvPr>
          <p:cNvSpPr>
            <a:spLocks noGrp="1"/>
          </p:cNvSpPr>
          <p:nvPr>
            <p:ph type="body" sz="quarter" idx="17" hasCustomPrompt="1"/>
          </p:nvPr>
        </p:nvSpPr>
        <p:spPr>
          <a:xfrm>
            <a:off x="617496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5" name="Text Placeholder 18">
            <a:extLst>
              <a:ext uri="{FF2B5EF4-FFF2-40B4-BE49-F238E27FC236}">
                <a16:creationId xmlns:a16="http://schemas.microsoft.com/office/drawing/2014/main" id="{3E0AD978-3FCF-21F8-21A0-5C83968A2A5B}"/>
              </a:ext>
            </a:extLst>
          </p:cNvPr>
          <p:cNvSpPr>
            <a:spLocks noGrp="1"/>
          </p:cNvSpPr>
          <p:nvPr>
            <p:ph type="body" sz="quarter" idx="18" hasCustomPrompt="1"/>
          </p:nvPr>
        </p:nvSpPr>
        <p:spPr>
          <a:xfrm>
            <a:off x="617496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6" name="Text Placeholder 18">
            <a:extLst>
              <a:ext uri="{FF2B5EF4-FFF2-40B4-BE49-F238E27FC236}">
                <a16:creationId xmlns:a16="http://schemas.microsoft.com/office/drawing/2014/main" id="{3BF7F0BE-B662-54C8-3C57-651D23C52DFE}"/>
              </a:ext>
            </a:extLst>
          </p:cNvPr>
          <p:cNvSpPr>
            <a:spLocks noGrp="1"/>
          </p:cNvSpPr>
          <p:nvPr>
            <p:ph type="body" sz="quarter" idx="19" hasCustomPrompt="1"/>
          </p:nvPr>
        </p:nvSpPr>
        <p:spPr>
          <a:xfrm>
            <a:off x="908961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7" name="Text Placeholder 18">
            <a:extLst>
              <a:ext uri="{FF2B5EF4-FFF2-40B4-BE49-F238E27FC236}">
                <a16:creationId xmlns:a16="http://schemas.microsoft.com/office/drawing/2014/main" id="{BD277DE9-3E2C-A858-4948-58B1EDB8D5EF}"/>
              </a:ext>
            </a:extLst>
          </p:cNvPr>
          <p:cNvSpPr>
            <a:spLocks noGrp="1"/>
          </p:cNvSpPr>
          <p:nvPr>
            <p:ph type="body" sz="quarter" idx="20" hasCustomPrompt="1"/>
          </p:nvPr>
        </p:nvSpPr>
        <p:spPr>
          <a:xfrm>
            <a:off x="908961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36" name="Text Placeholder 35">
            <a:extLst>
              <a:ext uri="{FF2B5EF4-FFF2-40B4-BE49-F238E27FC236}">
                <a16:creationId xmlns:a16="http://schemas.microsoft.com/office/drawing/2014/main" id="{4CA614EC-3BFA-4A35-68CE-A8979F7ABCD6}"/>
              </a:ext>
            </a:extLst>
          </p:cNvPr>
          <p:cNvSpPr>
            <a:spLocks noGrp="1"/>
          </p:cNvSpPr>
          <p:nvPr>
            <p:ph type="body" sz="quarter" idx="25" hasCustomPrompt="1"/>
          </p:nvPr>
        </p:nvSpPr>
        <p:spPr>
          <a:xfrm>
            <a:off x="1136997"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37" name="Text Placeholder 35">
            <a:extLst>
              <a:ext uri="{FF2B5EF4-FFF2-40B4-BE49-F238E27FC236}">
                <a16:creationId xmlns:a16="http://schemas.microsoft.com/office/drawing/2014/main" id="{B5CDA2ED-D61E-823A-0B52-42B7B67FB03C}"/>
              </a:ext>
            </a:extLst>
          </p:cNvPr>
          <p:cNvSpPr>
            <a:spLocks noGrp="1"/>
          </p:cNvSpPr>
          <p:nvPr>
            <p:ph type="body" sz="quarter" idx="26" hasCustomPrompt="1"/>
          </p:nvPr>
        </p:nvSpPr>
        <p:spPr>
          <a:xfrm>
            <a:off x="409535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38" name="Text Placeholder 35">
            <a:extLst>
              <a:ext uri="{FF2B5EF4-FFF2-40B4-BE49-F238E27FC236}">
                <a16:creationId xmlns:a16="http://schemas.microsoft.com/office/drawing/2014/main" id="{6DF4EADC-0F8C-534A-BBD7-0291E6D1BF84}"/>
              </a:ext>
            </a:extLst>
          </p:cNvPr>
          <p:cNvSpPr>
            <a:spLocks noGrp="1"/>
          </p:cNvSpPr>
          <p:nvPr>
            <p:ph type="body" sz="quarter" idx="27" hasCustomPrompt="1"/>
          </p:nvPr>
        </p:nvSpPr>
        <p:spPr>
          <a:xfrm>
            <a:off x="702143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39" name="Text Placeholder 35">
            <a:extLst>
              <a:ext uri="{FF2B5EF4-FFF2-40B4-BE49-F238E27FC236}">
                <a16:creationId xmlns:a16="http://schemas.microsoft.com/office/drawing/2014/main" id="{671415AC-454D-B82D-B975-BF5458759BAC}"/>
              </a:ext>
            </a:extLst>
          </p:cNvPr>
          <p:cNvSpPr>
            <a:spLocks noGrp="1"/>
          </p:cNvSpPr>
          <p:nvPr>
            <p:ph type="body" sz="quarter" idx="28" hasCustomPrompt="1"/>
          </p:nvPr>
        </p:nvSpPr>
        <p:spPr>
          <a:xfrm>
            <a:off x="9936752"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Tree>
    <p:extLst>
      <p:ext uri="{BB962C8B-B14F-4D97-AF65-F5344CB8AC3E}">
        <p14:creationId xmlns:p14="http://schemas.microsoft.com/office/powerpoint/2010/main" val="2268672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s_01">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799B6785-5CAD-DCDB-883C-34F3B90F89F8}"/>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
        <p:nvSpPr>
          <p:cNvPr id="2" name="Rounded Rectangle 1">
            <a:extLst>
              <a:ext uri="{FF2B5EF4-FFF2-40B4-BE49-F238E27FC236}">
                <a16:creationId xmlns:a16="http://schemas.microsoft.com/office/drawing/2014/main" id="{B64BC9F6-09AB-0855-4D93-BCBD2C6099BB}"/>
              </a:ext>
            </a:extLst>
          </p:cNvPr>
          <p:cNvSpPr/>
          <p:nvPr userDrawn="1"/>
        </p:nvSpPr>
        <p:spPr>
          <a:xfrm>
            <a:off x="335586" y="2547018"/>
            <a:ext cx="2765534" cy="2761200"/>
          </a:xfrm>
          <a:prstGeom prst="roundRect">
            <a:avLst>
              <a:gd name="adj" fmla="val 4586"/>
            </a:avLst>
          </a:prstGeom>
          <a:solidFill>
            <a:srgbClr val="ADE4B5"/>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3" name="Rounded Rectangle 2">
            <a:extLst>
              <a:ext uri="{FF2B5EF4-FFF2-40B4-BE49-F238E27FC236}">
                <a16:creationId xmlns:a16="http://schemas.microsoft.com/office/drawing/2014/main" id="{B4688270-B670-CFA6-7682-32D2E7A55E86}"/>
              </a:ext>
            </a:extLst>
          </p:cNvPr>
          <p:cNvSpPr/>
          <p:nvPr userDrawn="1"/>
        </p:nvSpPr>
        <p:spPr>
          <a:xfrm>
            <a:off x="3255277" y="2547018"/>
            <a:ext cx="2761200"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4" name="Rounded Rectangle 3">
            <a:extLst>
              <a:ext uri="{FF2B5EF4-FFF2-40B4-BE49-F238E27FC236}">
                <a16:creationId xmlns:a16="http://schemas.microsoft.com/office/drawing/2014/main" id="{F1850789-D5AD-3C45-4A6A-085B9050B6B1}"/>
              </a:ext>
            </a:extLst>
          </p:cNvPr>
          <p:cNvSpPr/>
          <p:nvPr userDrawn="1"/>
        </p:nvSpPr>
        <p:spPr>
          <a:xfrm>
            <a:off x="6174968" y="2547018"/>
            <a:ext cx="2765534"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5" name="Rounded Rectangle 4">
            <a:extLst>
              <a:ext uri="{FF2B5EF4-FFF2-40B4-BE49-F238E27FC236}">
                <a16:creationId xmlns:a16="http://schemas.microsoft.com/office/drawing/2014/main" id="{F7638868-F4B2-FA2E-AFF7-A436D46C15A0}"/>
              </a:ext>
            </a:extLst>
          </p:cNvPr>
          <p:cNvSpPr/>
          <p:nvPr userDrawn="1"/>
        </p:nvSpPr>
        <p:spPr>
          <a:xfrm>
            <a:off x="9094659" y="2547018"/>
            <a:ext cx="2765534"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17" name="Text Placeholder 18">
            <a:extLst>
              <a:ext uri="{FF2B5EF4-FFF2-40B4-BE49-F238E27FC236}">
                <a16:creationId xmlns:a16="http://schemas.microsoft.com/office/drawing/2014/main" id="{C855137C-7A05-763D-415A-C281B4DA0CF2}"/>
              </a:ext>
            </a:extLst>
          </p:cNvPr>
          <p:cNvSpPr>
            <a:spLocks noGrp="1"/>
          </p:cNvSpPr>
          <p:nvPr>
            <p:ph type="body" sz="quarter" idx="13" hasCustomPrompt="1"/>
          </p:nvPr>
        </p:nvSpPr>
        <p:spPr>
          <a:xfrm>
            <a:off x="34787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18" name="Text Placeholder 18">
            <a:extLst>
              <a:ext uri="{FF2B5EF4-FFF2-40B4-BE49-F238E27FC236}">
                <a16:creationId xmlns:a16="http://schemas.microsoft.com/office/drawing/2014/main" id="{127134E0-28AB-9FB3-2D8A-441DAAAF2560}"/>
              </a:ext>
            </a:extLst>
          </p:cNvPr>
          <p:cNvSpPr>
            <a:spLocks noGrp="1"/>
          </p:cNvSpPr>
          <p:nvPr>
            <p:ph type="body" sz="quarter" idx="14" hasCustomPrompt="1"/>
          </p:nvPr>
        </p:nvSpPr>
        <p:spPr>
          <a:xfrm>
            <a:off x="34787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1" name="Text Placeholder 18">
            <a:extLst>
              <a:ext uri="{FF2B5EF4-FFF2-40B4-BE49-F238E27FC236}">
                <a16:creationId xmlns:a16="http://schemas.microsoft.com/office/drawing/2014/main" id="{4F82E25E-BDA1-5FEE-E3A0-200B36DFC6A3}"/>
              </a:ext>
            </a:extLst>
          </p:cNvPr>
          <p:cNvSpPr>
            <a:spLocks noGrp="1"/>
          </p:cNvSpPr>
          <p:nvPr>
            <p:ph type="body" sz="quarter" idx="15" hasCustomPrompt="1"/>
          </p:nvPr>
        </p:nvSpPr>
        <p:spPr>
          <a:xfrm>
            <a:off x="325109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2" name="Text Placeholder 18">
            <a:extLst>
              <a:ext uri="{FF2B5EF4-FFF2-40B4-BE49-F238E27FC236}">
                <a16:creationId xmlns:a16="http://schemas.microsoft.com/office/drawing/2014/main" id="{DB87C46D-B44A-D24F-EB33-C13956D931E4}"/>
              </a:ext>
            </a:extLst>
          </p:cNvPr>
          <p:cNvSpPr>
            <a:spLocks noGrp="1"/>
          </p:cNvSpPr>
          <p:nvPr>
            <p:ph type="body" sz="quarter" idx="16" hasCustomPrompt="1"/>
          </p:nvPr>
        </p:nvSpPr>
        <p:spPr>
          <a:xfrm>
            <a:off x="325109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3" name="Text Placeholder 18">
            <a:extLst>
              <a:ext uri="{FF2B5EF4-FFF2-40B4-BE49-F238E27FC236}">
                <a16:creationId xmlns:a16="http://schemas.microsoft.com/office/drawing/2014/main" id="{C7B088A1-1893-B254-CEE7-2F1B0B4A479E}"/>
              </a:ext>
            </a:extLst>
          </p:cNvPr>
          <p:cNvSpPr>
            <a:spLocks noGrp="1"/>
          </p:cNvSpPr>
          <p:nvPr>
            <p:ph type="body" sz="quarter" idx="17" hasCustomPrompt="1"/>
          </p:nvPr>
        </p:nvSpPr>
        <p:spPr>
          <a:xfrm>
            <a:off x="617496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5" name="Text Placeholder 18">
            <a:extLst>
              <a:ext uri="{FF2B5EF4-FFF2-40B4-BE49-F238E27FC236}">
                <a16:creationId xmlns:a16="http://schemas.microsoft.com/office/drawing/2014/main" id="{3E0AD978-3FCF-21F8-21A0-5C83968A2A5B}"/>
              </a:ext>
            </a:extLst>
          </p:cNvPr>
          <p:cNvSpPr>
            <a:spLocks noGrp="1"/>
          </p:cNvSpPr>
          <p:nvPr>
            <p:ph type="body" sz="quarter" idx="18" hasCustomPrompt="1"/>
          </p:nvPr>
        </p:nvSpPr>
        <p:spPr>
          <a:xfrm>
            <a:off x="617496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6" name="Text Placeholder 18">
            <a:extLst>
              <a:ext uri="{FF2B5EF4-FFF2-40B4-BE49-F238E27FC236}">
                <a16:creationId xmlns:a16="http://schemas.microsoft.com/office/drawing/2014/main" id="{3BF7F0BE-B662-54C8-3C57-651D23C52DFE}"/>
              </a:ext>
            </a:extLst>
          </p:cNvPr>
          <p:cNvSpPr>
            <a:spLocks noGrp="1"/>
          </p:cNvSpPr>
          <p:nvPr>
            <p:ph type="body" sz="quarter" idx="19" hasCustomPrompt="1"/>
          </p:nvPr>
        </p:nvSpPr>
        <p:spPr>
          <a:xfrm>
            <a:off x="908961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7" name="Text Placeholder 18">
            <a:extLst>
              <a:ext uri="{FF2B5EF4-FFF2-40B4-BE49-F238E27FC236}">
                <a16:creationId xmlns:a16="http://schemas.microsoft.com/office/drawing/2014/main" id="{BD277DE9-3E2C-A858-4948-58B1EDB8D5EF}"/>
              </a:ext>
            </a:extLst>
          </p:cNvPr>
          <p:cNvSpPr>
            <a:spLocks noGrp="1"/>
          </p:cNvSpPr>
          <p:nvPr>
            <p:ph type="body" sz="quarter" idx="20" hasCustomPrompt="1"/>
          </p:nvPr>
        </p:nvSpPr>
        <p:spPr>
          <a:xfrm>
            <a:off x="908961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6" name="Text Placeholder 35">
            <a:extLst>
              <a:ext uri="{FF2B5EF4-FFF2-40B4-BE49-F238E27FC236}">
                <a16:creationId xmlns:a16="http://schemas.microsoft.com/office/drawing/2014/main" id="{4DF4EA83-5031-6D73-8246-627D322E01E1}"/>
              </a:ext>
            </a:extLst>
          </p:cNvPr>
          <p:cNvSpPr>
            <a:spLocks noGrp="1"/>
          </p:cNvSpPr>
          <p:nvPr>
            <p:ph type="body" sz="quarter" idx="25" hasCustomPrompt="1"/>
          </p:nvPr>
        </p:nvSpPr>
        <p:spPr>
          <a:xfrm>
            <a:off x="1136997"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7" name="Text Placeholder 35">
            <a:extLst>
              <a:ext uri="{FF2B5EF4-FFF2-40B4-BE49-F238E27FC236}">
                <a16:creationId xmlns:a16="http://schemas.microsoft.com/office/drawing/2014/main" id="{DD96D38A-FA3D-B079-B901-DC5C037D3392}"/>
              </a:ext>
            </a:extLst>
          </p:cNvPr>
          <p:cNvSpPr>
            <a:spLocks noGrp="1"/>
          </p:cNvSpPr>
          <p:nvPr>
            <p:ph type="body" sz="quarter" idx="26" hasCustomPrompt="1"/>
          </p:nvPr>
        </p:nvSpPr>
        <p:spPr>
          <a:xfrm>
            <a:off x="409535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8" name="Text Placeholder 35">
            <a:extLst>
              <a:ext uri="{FF2B5EF4-FFF2-40B4-BE49-F238E27FC236}">
                <a16:creationId xmlns:a16="http://schemas.microsoft.com/office/drawing/2014/main" id="{7D5D4348-9AEA-8C8B-D1C1-5A4A4EEB3084}"/>
              </a:ext>
            </a:extLst>
          </p:cNvPr>
          <p:cNvSpPr>
            <a:spLocks noGrp="1"/>
          </p:cNvSpPr>
          <p:nvPr>
            <p:ph type="body" sz="quarter" idx="27" hasCustomPrompt="1"/>
          </p:nvPr>
        </p:nvSpPr>
        <p:spPr>
          <a:xfrm>
            <a:off x="702143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9" name="Text Placeholder 35">
            <a:extLst>
              <a:ext uri="{FF2B5EF4-FFF2-40B4-BE49-F238E27FC236}">
                <a16:creationId xmlns:a16="http://schemas.microsoft.com/office/drawing/2014/main" id="{88F1C9C4-C625-8480-F12A-FBD4947D8BB3}"/>
              </a:ext>
            </a:extLst>
          </p:cNvPr>
          <p:cNvSpPr>
            <a:spLocks noGrp="1"/>
          </p:cNvSpPr>
          <p:nvPr>
            <p:ph type="body" sz="quarter" idx="28" hasCustomPrompt="1"/>
          </p:nvPr>
        </p:nvSpPr>
        <p:spPr>
          <a:xfrm>
            <a:off x="9936752"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Tree>
    <p:extLst>
      <p:ext uri="{BB962C8B-B14F-4D97-AF65-F5344CB8AC3E}">
        <p14:creationId xmlns:p14="http://schemas.microsoft.com/office/powerpoint/2010/main" val="38162123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cons_02">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799B6785-5CAD-DCDB-883C-34F3B90F89F8}"/>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
        <p:nvSpPr>
          <p:cNvPr id="2" name="Rounded Rectangle 1">
            <a:extLst>
              <a:ext uri="{FF2B5EF4-FFF2-40B4-BE49-F238E27FC236}">
                <a16:creationId xmlns:a16="http://schemas.microsoft.com/office/drawing/2014/main" id="{B64BC9F6-09AB-0855-4D93-BCBD2C6099BB}"/>
              </a:ext>
            </a:extLst>
          </p:cNvPr>
          <p:cNvSpPr/>
          <p:nvPr userDrawn="1"/>
        </p:nvSpPr>
        <p:spPr>
          <a:xfrm>
            <a:off x="335586" y="2547018"/>
            <a:ext cx="2765534" cy="2761200"/>
          </a:xfrm>
          <a:prstGeom prst="roundRect">
            <a:avLst>
              <a:gd name="adj" fmla="val 4586"/>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3" name="Rounded Rectangle 2">
            <a:extLst>
              <a:ext uri="{FF2B5EF4-FFF2-40B4-BE49-F238E27FC236}">
                <a16:creationId xmlns:a16="http://schemas.microsoft.com/office/drawing/2014/main" id="{B4688270-B670-CFA6-7682-32D2E7A55E86}"/>
              </a:ext>
            </a:extLst>
          </p:cNvPr>
          <p:cNvSpPr/>
          <p:nvPr userDrawn="1"/>
        </p:nvSpPr>
        <p:spPr>
          <a:xfrm>
            <a:off x="3255277" y="2547018"/>
            <a:ext cx="2761200" cy="2761200"/>
          </a:xfrm>
          <a:prstGeom prst="roundRect">
            <a:avLst>
              <a:gd name="adj" fmla="val 4586"/>
            </a:avLst>
          </a:prstGeom>
          <a:solidFill>
            <a:srgbClr val="ADE4B5"/>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4" name="Rounded Rectangle 3">
            <a:extLst>
              <a:ext uri="{FF2B5EF4-FFF2-40B4-BE49-F238E27FC236}">
                <a16:creationId xmlns:a16="http://schemas.microsoft.com/office/drawing/2014/main" id="{F1850789-D5AD-3C45-4A6A-085B9050B6B1}"/>
              </a:ext>
            </a:extLst>
          </p:cNvPr>
          <p:cNvSpPr/>
          <p:nvPr userDrawn="1"/>
        </p:nvSpPr>
        <p:spPr>
          <a:xfrm>
            <a:off x="6174968" y="2547018"/>
            <a:ext cx="2765534"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5" name="Rounded Rectangle 4">
            <a:extLst>
              <a:ext uri="{FF2B5EF4-FFF2-40B4-BE49-F238E27FC236}">
                <a16:creationId xmlns:a16="http://schemas.microsoft.com/office/drawing/2014/main" id="{F7638868-F4B2-FA2E-AFF7-A436D46C15A0}"/>
              </a:ext>
            </a:extLst>
          </p:cNvPr>
          <p:cNvSpPr/>
          <p:nvPr userDrawn="1"/>
        </p:nvSpPr>
        <p:spPr>
          <a:xfrm>
            <a:off x="9094659" y="2547018"/>
            <a:ext cx="2765534"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17" name="Text Placeholder 18">
            <a:extLst>
              <a:ext uri="{FF2B5EF4-FFF2-40B4-BE49-F238E27FC236}">
                <a16:creationId xmlns:a16="http://schemas.microsoft.com/office/drawing/2014/main" id="{C855137C-7A05-763D-415A-C281B4DA0CF2}"/>
              </a:ext>
            </a:extLst>
          </p:cNvPr>
          <p:cNvSpPr>
            <a:spLocks noGrp="1"/>
          </p:cNvSpPr>
          <p:nvPr>
            <p:ph type="body" sz="quarter" idx="13" hasCustomPrompt="1"/>
          </p:nvPr>
        </p:nvSpPr>
        <p:spPr>
          <a:xfrm>
            <a:off x="34787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18" name="Text Placeholder 18">
            <a:extLst>
              <a:ext uri="{FF2B5EF4-FFF2-40B4-BE49-F238E27FC236}">
                <a16:creationId xmlns:a16="http://schemas.microsoft.com/office/drawing/2014/main" id="{127134E0-28AB-9FB3-2D8A-441DAAAF2560}"/>
              </a:ext>
            </a:extLst>
          </p:cNvPr>
          <p:cNvSpPr>
            <a:spLocks noGrp="1"/>
          </p:cNvSpPr>
          <p:nvPr>
            <p:ph type="body" sz="quarter" idx="14" hasCustomPrompt="1"/>
          </p:nvPr>
        </p:nvSpPr>
        <p:spPr>
          <a:xfrm>
            <a:off x="34787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1" name="Text Placeholder 18">
            <a:extLst>
              <a:ext uri="{FF2B5EF4-FFF2-40B4-BE49-F238E27FC236}">
                <a16:creationId xmlns:a16="http://schemas.microsoft.com/office/drawing/2014/main" id="{4F82E25E-BDA1-5FEE-E3A0-200B36DFC6A3}"/>
              </a:ext>
            </a:extLst>
          </p:cNvPr>
          <p:cNvSpPr>
            <a:spLocks noGrp="1"/>
          </p:cNvSpPr>
          <p:nvPr>
            <p:ph type="body" sz="quarter" idx="15" hasCustomPrompt="1"/>
          </p:nvPr>
        </p:nvSpPr>
        <p:spPr>
          <a:xfrm>
            <a:off x="325109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2" name="Text Placeholder 18">
            <a:extLst>
              <a:ext uri="{FF2B5EF4-FFF2-40B4-BE49-F238E27FC236}">
                <a16:creationId xmlns:a16="http://schemas.microsoft.com/office/drawing/2014/main" id="{DB87C46D-B44A-D24F-EB33-C13956D931E4}"/>
              </a:ext>
            </a:extLst>
          </p:cNvPr>
          <p:cNvSpPr>
            <a:spLocks noGrp="1"/>
          </p:cNvSpPr>
          <p:nvPr>
            <p:ph type="body" sz="quarter" idx="16" hasCustomPrompt="1"/>
          </p:nvPr>
        </p:nvSpPr>
        <p:spPr>
          <a:xfrm>
            <a:off x="325109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3" name="Text Placeholder 18">
            <a:extLst>
              <a:ext uri="{FF2B5EF4-FFF2-40B4-BE49-F238E27FC236}">
                <a16:creationId xmlns:a16="http://schemas.microsoft.com/office/drawing/2014/main" id="{C7B088A1-1893-B254-CEE7-2F1B0B4A479E}"/>
              </a:ext>
            </a:extLst>
          </p:cNvPr>
          <p:cNvSpPr>
            <a:spLocks noGrp="1"/>
          </p:cNvSpPr>
          <p:nvPr>
            <p:ph type="body" sz="quarter" idx="17" hasCustomPrompt="1"/>
          </p:nvPr>
        </p:nvSpPr>
        <p:spPr>
          <a:xfrm>
            <a:off x="617496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5" name="Text Placeholder 18">
            <a:extLst>
              <a:ext uri="{FF2B5EF4-FFF2-40B4-BE49-F238E27FC236}">
                <a16:creationId xmlns:a16="http://schemas.microsoft.com/office/drawing/2014/main" id="{3E0AD978-3FCF-21F8-21A0-5C83968A2A5B}"/>
              </a:ext>
            </a:extLst>
          </p:cNvPr>
          <p:cNvSpPr>
            <a:spLocks noGrp="1"/>
          </p:cNvSpPr>
          <p:nvPr>
            <p:ph type="body" sz="quarter" idx="18" hasCustomPrompt="1"/>
          </p:nvPr>
        </p:nvSpPr>
        <p:spPr>
          <a:xfrm>
            <a:off x="617496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6" name="Text Placeholder 18">
            <a:extLst>
              <a:ext uri="{FF2B5EF4-FFF2-40B4-BE49-F238E27FC236}">
                <a16:creationId xmlns:a16="http://schemas.microsoft.com/office/drawing/2014/main" id="{3BF7F0BE-B662-54C8-3C57-651D23C52DFE}"/>
              </a:ext>
            </a:extLst>
          </p:cNvPr>
          <p:cNvSpPr>
            <a:spLocks noGrp="1"/>
          </p:cNvSpPr>
          <p:nvPr>
            <p:ph type="body" sz="quarter" idx="19" hasCustomPrompt="1"/>
          </p:nvPr>
        </p:nvSpPr>
        <p:spPr>
          <a:xfrm>
            <a:off x="908961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7" name="Text Placeholder 18">
            <a:extLst>
              <a:ext uri="{FF2B5EF4-FFF2-40B4-BE49-F238E27FC236}">
                <a16:creationId xmlns:a16="http://schemas.microsoft.com/office/drawing/2014/main" id="{BD277DE9-3E2C-A858-4948-58B1EDB8D5EF}"/>
              </a:ext>
            </a:extLst>
          </p:cNvPr>
          <p:cNvSpPr>
            <a:spLocks noGrp="1"/>
          </p:cNvSpPr>
          <p:nvPr>
            <p:ph type="body" sz="quarter" idx="20" hasCustomPrompt="1"/>
          </p:nvPr>
        </p:nvSpPr>
        <p:spPr>
          <a:xfrm>
            <a:off x="908961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6" name="Text Placeholder 35">
            <a:extLst>
              <a:ext uri="{FF2B5EF4-FFF2-40B4-BE49-F238E27FC236}">
                <a16:creationId xmlns:a16="http://schemas.microsoft.com/office/drawing/2014/main" id="{9A9609C1-D728-A2CE-4283-BFA9A51F68C4}"/>
              </a:ext>
            </a:extLst>
          </p:cNvPr>
          <p:cNvSpPr>
            <a:spLocks noGrp="1"/>
          </p:cNvSpPr>
          <p:nvPr>
            <p:ph type="body" sz="quarter" idx="25" hasCustomPrompt="1"/>
          </p:nvPr>
        </p:nvSpPr>
        <p:spPr>
          <a:xfrm>
            <a:off x="1136997"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7" name="Text Placeholder 35">
            <a:extLst>
              <a:ext uri="{FF2B5EF4-FFF2-40B4-BE49-F238E27FC236}">
                <a16:creationId xmlns:a16="http://schemas.microsoft.com/office/drawing/2014/main" id="{E2C4212A-D69C-52F4-4F07-17454553AA61}"/>
              </a:ext>
            </a:extLst>
          </p:cNvPr>
          <p:cNvSpPr>
            <a:spLocks noGrp="1"/>
          </p:cNvSpPr>
          <p:nvPr>
            <p:ph type="body" sz="quarter" idx="26" hasCustomPrompt="1"/>
          </p:nvPr>
        </p:nvSpPr>
        <p:spPr>
          <a:xfrm>
            <a:off x="409535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8" name="Text Placeholder 35">
            <a:extLst>
              <a:ext uri="{FF2B5EF4-FFF2-40B4-BE49-F238E27FC236}">
                <a16:creationId xmlns:a16="http://schemas.microsoft.com/office/drawing/2014/main" id="{9CF2C520-4BA8-CADD-3301-8197E2D483C6}"/>
              </a:ext>
            </a:extLst>
          </p:cNvPr>
          <p:cNvSpPr>
            <a:spLocks noGrp="1"/>
          </p:cNvSpPr>
          <p:nvPr>
            <p:ph type="body" sz="quarter" idx="27" hasCustomPrompt="1"/>
          </p:nvPr>
        </p:nvSpPr>
        <p:spPr>
          <a:xfrm>
            <a:off x="702143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9" name="Text Placeholder 35">
            <a:extLst>
              <a:ext uri="{FF2B5EF4-FFF2-40B4-BE49-F238E27FC236}">
                <a16:creationId xmlns:a16="http://schemas.microsoft.com/office/drawing/2014/main" id="{CA280FE3-7944-F30D-6D3E-5FDB9E8F7531}"/>
              </a:ext>
            </a:extLst>
          </p:cNvPr>
          <p:cNvSpPr>
            <a:spLocks noGrp="1"/>
          </p:cNvSpPr>
          <p:nvPr>
            <p:ph type="body" sz="quarter" idx="28" hasCustomPrompt="1"/>
          </p:nvPr>
        </p:nvSpPr>
        <p:spPr>
          <a:xfrm>
            <a:off x="9936752"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Tree>
    <p:extLst>
      <p:ext uri="{BB962C8B-B14F-4D97-AF65-F5344CB8AC3E}">
        <p14:creationId xmlns:p14="http://schemas.microsoft.com/office/powerpoint/2010/main" val="274944003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cons_03">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799B6785-5CAD-DCDB-883C-34F3B90F89F8}"/>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
        <p:nvSpPr>
          <p:cNvPr id="2" name="Rounded Rectangle 1">
            <a:extLst>
              <a:ext uri="{FF2B5EF4-FFF2-40B4-BE49-F238E27FC236}">
                <a16:creationId xmlns:a16="http://schemas.microsoft.com/office/drawing/2014/main" id="{B64BC9F6-09AB-0855-4D93-BCBD2C6099BB}"/>
              </a:ext>
            </a:extLst>
          </p:cNvPr>
          <p:cNvSpPr/>
          <p:nvPr userDrawn="1"/>
        </p:nvSpPr>
        <p:spPr>
          <a:xfrm>
            <a:off x="335586" y="2547018"/>
            <a:ext cx="2765534" cy="2761200"/>
          </a:xfrm>
          <a:prstGeom prst="roundRect">
            <a:avLst>
              <a:gd name="adj" fmla="val 4586"/>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3" name="Rounded Rectangle 2">
            <a:extLst>
              <a:ext uri="{FF2B5EF4-FFF2-40B4-BE49-F238E27FC236}">
                <a16:creationId xmlns:a16="http://schemas.microsoft.com/office/drawing/2014/main" id="{B4688270-B670-CFA6-7682-32D2E7A55E86}"/>
              </a:ext>
            </a:extLst>
          </p:cNvPr>
          <p:cNvSpPr/>
          <p:nvPr userDrawn="1"/>
        </p:nvSpPr>
        <p:spPr>
          <a:xfrm>
            <a:off x="3255277" y="2547018"/>
            <a:ext cx="2761200" cy="2761200"/>
          </a:xfrm>
          <a:prstGeom prst="roundRect">
            <a:avLst>
              <a:gd name="adj" fmla="val 4586"/>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4" name="Rounded Rectangle 3">
            <a:extLst>
              <a:ext uri="{FF2B5EF4-FFF2-40B4-BE49-F238E27FC236}">
                <a16:creationId xmlns:a16="http://schemas.microsoft.com/office/drawing/2014/main" id="{F1850789-D5AD-3C45-4A6A-085B9050B6B1}"/>
              </a:ext>
            </a:extLst>
          </p:cNvPr>
          <p:cNvSpPr/>
          <p:nvPr userDrawn="1"/>
        </p:nvSpPr>
        <p:spPr>
          <a:xfrm>
            <a:off x="6174968" y="2547018"/>
            <a:ext cx="2765534" cy="2761200"/>
          </a:xfrm>
          <a:prstGeom prst="roundRect">
            <a:avLst>
              <a:gd name="adj" fmla="val 4586"/>
            </a:avLst>
          </a:prstGeom>
          <a:solidFill>
            <a:srgbClr val="ADE4B5"/>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5" name="Rounded Rectangle 4">
            <a:extLst>
              <a:ext uri="{FF2B5EF4-FFF2-40B4-BE49-F238E27FC236}">
                <a16:creationId xmlns:a16="http://schemas.microsoft.com/office/drawing/2014/main" id="{F7638868-F4B2-FA2E-AFF7-A436D46C15A0}"/>
              </a:ext>
            </a:extLst>
          </p:cNvPr>
          <p:cNvSpPr/>
          <p:nvPr userDrawn="1"/>
        </p:nvSpPr>
        <p:spPr>
          <a:xfrm>
            <a:off x="9094659" y="2547018"/>
            <a:ext cx="2765534" cy="2761200"/>
          </a:xfrm>
          <a:prstGeom prst="roundRect">
            <a:avLst>
              <a:gd name="adj" fmla="val 4586"/>
            </a:avLst>
          </a:prstGeom>
          <a:solidFill>
            <a:srgbClr val="E7E7E7"/>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17" name="Text Placeholder 18">
            <a:extLst>
              <a:ext uri="{FF2B5EF4-FFF2-40B4-BE49-F238E27FC236}">
                <a16:creationId xmlns:a16="http://schemas.microsoft.com/office/drawing/2014/main" id="{C855137C-7A05-763D-415A-C281B4DA0CF2}"/>
              </a:ext>
            </a:extLst>
          </p:cNvPr>
          <p:cNvSpPr>
            <a:spLocks noGrp="1"/>
          </p:cNvSpPr>
          <p:nvPr>
            <p:ph type="body" sz="quarter" idx="13" hasCustomPrompt="1"/>
          </p:nvPr>
        </p:nvSpPr>
        <p:spPr>
          <a:xfrm>
            <a:off x="34787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18" name="Text Placeholder 18">
            <a:extLst>
              <a:ext uri="{FF2B5EF4-FFF2-40B4-BE49-F238E27FC236}">
                <a16:creationId xmlns:a16="http://schemas.microsoft.com/office/drawing/2014/main" id="{127134E0-28AB-9FB3-2D8A-441DAAAF2560}"/>
              </a:ext>
            </a:extLst>
          </p:cNvPr>
          <p:cNvSpPr>
            <a:spLocks noGrp="1"/>
          </p:cNvSpPr>
          <p:nvPr>
            <p:ph type="body" sz="quarter" idx="14" hasCustomPrompt="1"/>
          </p:nvPr>
        </p:nvSpPr>
        <p:spPr>
          <a:xfrm>
            <a:off x="34787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1" name="Text Placeholder 18">
            <a:extLst>
              <a:ext uri="{FF2B5EF4-FFF2-40B4-BE49-F238E27FC236}">
                <a16:creationId xmlns:a16="http://schemas.microsoft.com/office/drawing/2014/main" id="{4F82E25E-BDA1-5FEE-E3A0-200B36DFC6A3}"/>
              </a:ext>
            </a:extLst>
          </p:cNvPr>
          <p:cNvSpPr>
            <a:spLocks noGrp="1"/>
          </p:cNvSpPr>
          <p:nvPr>
            <p:ph type="body" sz="quarter" idx="15" hasCustomPrompt="1"/>
          </p:nvPr>
        </p:nvSpPr>
        <p:spPr>
          <a:xfrm>
            <a:off x="325109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2" name="Text Placeholder 18">
            <a:extLst>
              <a:ext uri="{FF2B5EF4-FFF2-40B4-BE49-F238E27FC236}">
                <a16:creationId xmlns:a16="http://schemas.microsoft.com/office/drawing/2014/main" id="{DB87C46D-B44A-D24F-EB33-C13956D931E4}"/>
              </a:ext>
            </a:extLst>
          </p:cNvPr>
          <p:cNvSpPr>
            <a:spLocks noGrp="1"/>
          </p:cNvSpPr>
          <p:nvPr>
            <p:ph type="body" sz="quarter" idx="16" hasCustomPrompt="1"/>
          </p:nvPr>
        </p:nvSpPr>
        <p:spPr>
          <a:xfrm>
            <a:off x="325109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3" name="Text Placeholder 18">
            <a:extLst>
              <a:ext uri="{FF2B5EF4-FFF2-40B4-BE49-F238E27FC236}">
                <a16:creationId xmlns:a16="http://schemas.microsoft.com/office/drawing/2014/main" id="{C7B088A1-1893-B254-CEE7-2F1B0B4A479E}"/>
              </a:ext>
            </a:extLst>
          </p:cNvPr>
          <p:cNvSpPr>
            <a:spLocks noGrp="1"/>
          </p:cNvSpPr>
          <p:nvPr>
            <p:ph type="body" sz="quarter" idx="17" hasCustomPrompt="1"/>
          </p:nvPr>
        </p:nvSpPr>
        <p:spPr>
          <a:xfrm>
            <a:off x="617496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5" name="Text Placeholder 18">
            <a:extLst>
              <a:ext uri="{FF2B5EF4-FFF2-40B4-BE49-F238E27FC236}">
                <a16:creationId xmlns:a16="http://schemas.microsoft.com/office/drawing/2014/main" id="{3E0AD978-3FCF-21F8-21A0-5C83968A2A5B}"/>
              </a:ext>
            </a:extLst>
          </p:cNvPr>
          <p:cNvSpPr>
            <a:spLocks noGrp="1"/>
          </p:cNvSpPr>
          <p:nvPr>
            <p:ph type="body" sz="quarter" idx="18" hasCustomPrompt="1"/>
          </p:nvPr>
        </p:nvSpPr>
        <p:spPr>
          <a:xfrm>
            <a:off x="617496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6" name="Text Placeholder 18">
            <a:extLst>
              <a:ext uri="{FF2B5EF4-FFF2-40B4-BE49-F238E27FC236}">
                <a16:creationId xmlns:a16="http://schemas.microsoft.com/office/drawing/2014/main" id="{3BF7F0BE-B662-54C8-3C57-651D23C52DFE}"/>
              </a:ext>
            </a:extLst>
          </p:cNvPr>
          <p:cNvSpPr>
            <a:spLocks noGrp="1"/>
          </p:cNvSpPr>
          <p:nvPr>
            <p:ph type="body" sz="quarter" idx="19" hasCustomPrompt="1"/>
          </p:nvPr>
        </p:nvSpPr>
        <p:spPr>
          <a:xfrm>
            <a:off x="908961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7" name="Text Placeholder 18">
            <a:extLst>
              <a:ext uri="{FF2B5EF4-FFF2-40B4-BE49-F238E27FC236}">
                <a16:creationId xmlns:a16="http://schemas.microsoft.com/office/drawing/2014/main" id="{BD277DE9-3E2C-A858-4948-58B1EDB8D5EF}"/>
              </a:ext>
            </a:extLst>
          </p:cNvPr>
          <p:cNvSpPr>
            <a:spLocks noGrp="1"/>
          </p:cNvSpPr>
          <p:nvPr>
            <p:ph type="body" sz="quarter" idx="20" hasCustomPrompt="1"/>
          </p:nvPr>
        </p:nvSpPr>
        <p:spPr>
          <a:xfrm>
            <a:off x="908961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6" name="Text Placeholder 35">
            <a:extLst>
              <a:ext uri="{FF2B5EF4-FFF2-40B4-BE49-F238E27FC236}">
                <a16:creationId xmlns:a16="http://schemas.microsoft.com/office/drawing/2014/main" id="{637E63E9-4154-228B-FCE5-E36E7DE12537}"/>
              </a:ext>
            </a:extLst>
          </p:cNvPr>
          <p:cNvSpPr>
            <a:spLocks noGrp="1"/>
          </p:cNvSpPr>
          <p:nvPr>
            <p:ph type="body" sz="quarter" idx="25" hasCustomPrompt="1"/>
          </p:nvPr>
        </p:nvSpPr>
        <p:spPr>
          <a:xfrm>
            <a:off x="1136997"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7" name="Text Placeholder 35">
            <a:extLst>
              <a:ext uri="{FF2B5EF4-FFF2-40B4-BE49-F238E27FC236}">
                <a16:creationId xmlns:a16="http://schemas.microsoft.com/office/drawing/2014/main" id="{7548D97F-757A-360B-0B21-A9D9CCD6D243}"/>
              </a:ext>
            </a:extLst>
          </p:cNvPr>
          <p:cNvSpPr>
            <a:spLocks noGrp="1"/>
          </p:cNvSpPr>
          <p:nvPr>
            <p:ph type="body" sz="quarter" idx="26" hasCustomPrompt="1"/>
          </p:nvPr>
        </p:nvSpPr>
        <p:spPr>
          <a:xfrm>
            <a:off x="409535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8" name="Text Placeholder 35">
            <a:extLst>
              <a:ext uri="{FF2B5EF4-FFF2-40B4-BE49-F238E27FC236}">
                <a16:creationId xmlns:a16="http://schemas.microsoft.com/office/drawing/2014/main" id="{C1EBF280-C896-5690-7A03-47794DCD45DF}"/>
              </a:ext>
            </a:extLst>
          </p:cNvPr>
          <p:cNvSpPr>
            <a:spLocks noGrp="1"/>
          </p:cNvSpPr>
          <p:nvPr>
            <p:ph type="body" sz="quarter" idx="27" hasCustomPrompt="1"/>
          </p:nvPr>
        </p:nvSpPr>
        <p:spPr>
          <a:xfrm>
            <a:off x="702143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9" name="Text Placeholder 35">
            <a:extLst>
              <a:ext uri="{FF2B5EF4-FFF2-40B4-BE49-F238E27FC236}">
                <a16:creationId xmlns:a16="http://schemas.microsoft.com/office/drawing/2014/main" id="{32DE6CD5-25F5-56EE-629E-95832D0F0782}"/>
              </a:ext>
            </a:extLst>
          </p:cNvPr>
          <p:cNvSpPr>
            <a:spLocks noGrp="1"/>
          </p:cNvSpPr>
          <p:nvPr>
            <p:ph type="body" sz="quarter" idx="28" hasCustomPrompt="1"/>
          </p:nvPr>
        </p:nvSpPr>
        <p:spPr>
          <a:xfrm>
            <a:off x="9936752"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Tree>
    <p:extLst>
      <p:ext uri="{BB962C8B-B14F-4D97-AF65-F5344CB8AC3E}">
        <p14:creationId xmlns:p14="http://schemas.microsoft.com/office/powerpoint/2010/main" val="356799981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cons_04">
    <p:spTree>
      <p:nvGrpSpPr>
        <p:cNvPr id="1" name=""/>
        <p:cNvGrpSpPr/>
        <p:nvPr/>
      </p:nvGrpSpPr>
      <p:grpSpPr>
        <a:xfrm>
          <a:off x="0" y="0"/>
          <a:ext cx="0" cy="0"/>
          <a:chOff x="0" y="0"/>
          <a:chExt cx="0" cy="0"/>
        </a:xfrm>
      </p:grpSpPr>
      <p:sp>
        <p:nvSpPr>
          <p:cNvPr id="24" name="Title 1">
            <a:extLst>
              <a:ext uri="{FF2B5EF4-FFF2-40B4-BE49-F238E27FC236}">
                <a16:creationId xmlns:a16="http://schemas.microsoft.com/office/drawing/2014/main" id="{799B6785-5CAD-DCDB-883C-34F3B90F89F8}"/>
              </a:ext>
            </a:extLst>
          </p:cNvPr>
          <p:cNvSpPr>
            <a:spLocks noGrp="1"/>
          </p:cNvSpPr>
          <p:nvPr>
            <p:ph type="title" hasCustomPrompt="1"/>
          </p:nvPr>
        </p:nvSpPr>
        <p:spPr>
          <a:xfrm>
            <a:off x="347870" y="1031462"/>
            <a:ext cx="11499572" cy="1325563"/>
          </a:xfrm>
          <a:prstGeom prst="rect">
            <a:avLst/>
          </a:prstGeom>
        </p:spPr>
        <p:txBody>
          <a:bodyPr anchor="t" anchorCtr="0"/>
          <a:lstStyle/>
          <a:p>
            <a:r>
              <a:rPr lang="en-GB"/>
              <a:t>Click to add title</a:t>
            </a:r>
            <a:endParaRPr lang="en-SE"/>
          </a:p>
        </p:txBody>
      </p:sp>
      <p:sp>
        <p:nvSpPr>
          <p:cNvPr id="2" name="Rounded Rectangle 1">
            <a:extLst>
              <a:ext uri="{FF2B5EF4-FFF2-40B4-BE49-F238E27FC236}">
                <a16:creationId xmlns:a16="http://schemas.microsoft.com/office/drawing/2014/main" id="{B64BC9F6-09AB-0855-4D93-BCBD2C6099BB}"/>
              </a:ext>
            </a:extLst>
          </p:cNvPr>
          <p:cNvSpPr/>
          <p:nvPr userDrawn="1"/>
        </p:nvSpPr>
        <p:spPr>
          <a:xfrm>
            <a:off x="335586" y="2547018"/>
            <a:ext cx="2765534" cy="2761200"/>
          </a:xfrm>
          <a:prstGeom prst="roundRect">
            <a:avLst>
              <a:gd name="adj" fmla="val 4586"/>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3" name="Rounded Rectangle 2">
            <a:extLst>
              <a:ext uri="{FF2B5EF4-FFF2-40B4-BE49-F238E27FC236}">
                <a16:creationId xmlns:a16="http://schemas.microsoft.com/office/drawing/2014/main" id="{B4688270-B670-CFA6-7682-32D2E7A55E86}"/>
              </a:ext>
            </a:extLst>
          </p:cNvPr>
          <p:cNvSpPr/>
          <p:nvPr userDrawn="1"/>
        </p:nvSpPr>
        <p:spPr>
          <a:xfrm>
            <a:off x="3255277" y="2547018"/>
            <a:ext cx="2761200" cy="2761200"/>
          </a:xfrm>
          <a:prstGeom prst="roundRect">
            <a:avLst>
              <a:gd name="adj" fmla="val 4586"/>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4" name="Rounded Rectangle 3">
            <a:extLst>
              <a:ext uri="{FF2B5EF4-FFF2-40B4-BE49-F238E27FC236}">
                <a16:creationId xmlns:a16="http://schemas.microsoft.com/office/drawing/2014/main" id="{F1850789-D5AD-3C45-4A6A-085B9050B6B1}"/>
              </a:ext>
            </a:extLst>
          </p:cNvPr>
          <p:cNvSpPr/>
          <p:nvPr userDrawn="1"/>
        </p:nvSpPr>
        <p:spPr>
          <a:xfrm>
            <a:off x="6174968" y="2547018"/>
            <a:ext cx="2765534" cy="2761200"/>
          </a:xfrm>
          <a:prstGeom prst="roundRect">
            <a:avLst>
              <a:gd name="adj" fmla="val 4586"/>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5" name="Rounded Rectangle 4">
            <a:extLst>
              <a:ext uri="{FF2B5EF4-FFF2-40B4-BE49-F238E27FC236}">
                <a16:creationId xmlns:a16="http://schemas.microsoft.com/office/drawing/2014/main" id="{F7638868-F4B2-FA2E-AFF7-A436D46C15A0}"/>
              </a:ext>
            </a:extLst>
          </p:cNvPr>
          <p:cNvSpPr/>
          <p:nvPr userDrawn="1"/>
        </p:nvSpPr>
        <p:spPr>
          <a:xfrm>
            <a:off x="9094659" y="2547018"/>
            <a:ext cx="2765534" cy="2761200"/>
          </a:xfrm>
          <a:prstGeom prst="roundRect">
            <a:avLst>
              <a:gd name="adj" fmla="val 4586"/>
            </a:avLst>
          </a:prstGeom>
          <a:solidFill>
            <a:srgbClr val="ADE4B5"/>
          </a:solidFill>
          <a:ln>
            <a:noFill/>
          </a:ln>
        </p:spPr>
        <p:style>
          <a:lnRef idx="2">
            <a:schemeClr val="accent1">
              <a:shade val="15000"/>
            </a:schemeClr>
          </a:lnRef>
          <a:fillRef idx="1">
            <a:schemeClr val="accent1"/>
          </a:fillRef>
          <a:effectRef idx="0">
            <a:schemeClr val="accent1"/>
          </a:effectRef>
          <a:fontRef idx="minor">
            <a:schemeClr val="lt1"/>
          </a:fontRef>
        </p:style>
        <p:txBody>
          <a:bodyPr tIns="432000" rtlCol="0" anchor="t" anchorCtr="0"/>
          <a:lstStyle/>
          <a:p>
            <a:br>
              <a:rPr lang="en-GB" sz="1200">
                <a:solidFill>
                  <a:schemeClr val="tx1">
                    <a:lumMod val="65000"/>
                    <a:lumOff val="35000"/>
                  </a:schemeClr>
                </a:solidFill>
              </a:rPr>
            </a:br>
            <a:endParaRPr lang="en-GB" sz="1200">
              <a:solidFill>
                <a:schemeClr val="tx1">
                  <a:lumMod val="65000"/>
                  <a:lumOff val="35000"/>
                </a:schemeClr>
              </a:solidFill>
            </a:endParaRPr>
          </a:p>
        </p:txBody>
      </p:sp>
      <p:sp>
        <p:nvSpPr>
          <p:cNvPr id="17" name="Text Placeholder 18">
            <a:extLst>
              <a:ext uri="{FF2B5EF4-FFF2-40B4-BE49-F238E27FC236}">
                <a16:creationId xmlns:a16="http://schemas.microsoft.com/office/drawing/2014/main" id="{C855137C-7A05-763D-415A-C281B4DA0CF2}"/>
              </a:ext>
            </a:extLst>
          </p:cNvPr>
          <p:cNvSpPr>
            <a:spLocks noGrp="1"/>
          </p:cNvSpPr>
          <p:nvPr>
            <p:ph type="body" sz="quarter" idx="13" hasCustomPrompt="1"/>
          </p:nvPr>
        </p:nvSpPr>
        <p:spPr>
          <a:xfrm>
            <a:off x="34787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18" name="Text Placeholder 18">
            <a:extLst>
              <a:ext uri="{FF2B5EF4-FFF2-40B4-BE49-F238E27FC236}">
                <a16:creationId xmlns:a16="http://schemas.microsoft.com/office/drawing/2014/main" id="{127134E0-28AB-9FB3-2D8A-441DAAAF2560}"/>
              </a:ext>
            </a:extLst>
          </p:cNvPr>
          <p:cNvSpPr>
            <a:spLocks noGrp="1"/>
          </p:cNvSpPr>
          <p:nvPr>
            <p:ph type="body" sz="quarter" idx="14" hasCustomPrompt="1"/>
          </p:nvPr>
        </p:nvSpPr>
        <p:spPr>
          <a:xfrm>
            <a:off x="34787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1" name="Text Placeholder 18">
            <a:extLst>
              <a:ext uri="{FF2B5EF4-FFF2-40B4-BE49-F238E27FC236}">
                <a16:creationId xmlns:a16="http://schemas.microsoft.com/office/drawing/2014/main" id="{4F82E25E-BDA1-5FEE-E3A0-200B36DFC6A3}"/>
              </a:ext>
            </a:extLst>
          </p:cNvPr>
          <p:cNvSpPr>
            <a:spLocks noGrp="1"/>
          </p:cNvSpPr>
          <p:nvPr>
            <p:ph type="body" sz="quarter" idx="15" hasCustomPrompt="1"/>
          </p:nvPr>
        </p:nvSpPr>
        <p:spPr>
          <a:xfrm>
            <a:off x="3251090"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2" name="Text Placeholder 18">
            <a:extLst>
              <a:ext uri="{FF2B5EF4-FFF2-40B4-BE49-F238E27FC236}">
                <a16:creationId xmlns:a16="http://schemas.microsoft.com/office/drawing/2014/main" id="{DB87C46D-B44A-D24F-EB33-C13956D931E4}"/>
              </a:ext>
            </a:extLst>
          </p:cNvPr>
          <p:cNvSpPr>
            <a:spLocks noGrp="1"/>
          </p:cNvSpPr>
          <p:nvPr>
            <p:ph type="body" sz="quarter" idx="16" hasCustomPrompt="1"/>
          </p:nvPr>
        </p:nvSpPr>
        <p:spPr>
          <a:xfrm>
            <a:off x="3251090"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3" name="Text Placeholder 18">
            <a:extLst>
              <a:ext uri="{FF2B5EF4-FFF2-40B4-BE49-F238E27FC236}">
                <a16:creationId xmlns:a16="http://schemas.microsoft.com/office/drawing/2014/main" id="{C7B088A1-1893-B254-CEE7-2F1B0B4A479E}"/>
              </a:ext>
            </a:extLst>
          </p:cNvPr>
          <p:cNvSpPr>
            <a:spLocks noGrp="1"/>
          </p:cNvSpPr>
          <p:nvPr>
            <p:ph type="body" sz="quarter" idx="17" hasCustomPrompt="1"/>
          </p:nvPr>
        </p:nvSpPr>
        <p:spPr>
          <a:xfrm>
            <a:off x="617496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5" name="Text Placeholder 18">
            <a:extLst>
              <a:ext uri="{FF2B5EF4-FFF2-40B4-BE49-F238E27FC236}">
                <a16:creationId xmlns:a16="http://schemas.microsoft.com/office/drawing/2014/main" id="{3E0AD978-3FCF-21F8-21A0-5C83968A2A5B}"/>
              </a:ext>
            </a:extLst>
          </p:cNvPr>
          <p:cNvSpPr>
            <a:spLocks noGrp="1"/>
          </p:cNvSpPr>
          <p:nvPr>
            <p:ph type="body" sz="quarter" idx="18" hasCustomPrompt="1"/>
          </p:nvPr>
        </p:nvSpPr>
        <p:spPr>
          <a:xfrm>
            <a:off x="617496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26" name="Text Placeholder 18">
            <a:extLst>
              <a:ext uri="{FF2B5EF4-FFF2-40B4-BE49-F238E27FC236}">
                <a16:creationId xmlns:a16="http://schemas.microsoft.com/office/drawing/2014/main" id="{3BF7F0BE-B662-54C8-3C57-651D23C52DFE}"/>
              </a:ext>
            </a:extLst>
          </p:cNvPr>
          <p:cNvSpPr>
            <a:spLocks noGrp="1"/>
          </p:cNvSpPr>
          <p:nvPr>
            <p:ph type="body" sz="quarter" idx="19" hasCustomPrompt="1"/>
          </p:nvPr>
        </p:nvSpPr>
        <p:spPr>
          <a:xfrm>
            <a:off x="9089618" y="5566410"/>
            <a:ext cx="2647578" cy="203454"/>
          </a:xfrm>
          <a:prstGeom prst="rect">
            <a:avLst/>
          </a:prstGeom>
        </p:spPr>
        <p:txBody>
          <a:bodyPr>
            <a:noAutofit/>
          </a:bodyPr>
          <a:lstStyle>
            <a:lvl1pPr>
              <a:buNone/>
              <a:defRPr sz="1400"/>
            </a:lvl1pPr>
          </a:lstStyle>
          <a:p>
            <a:pPr lvl="0"/>
            <a:r>
              <a:rPr lang="en-US"/>
              <a:t>LOREM</a:t>
            </a:r>
          </a:p>
          <a:p>
            <a:pPr lvl="0"/>
            <a:endParaRPr lang="sv-SE"/>
          </a:p>
        </p:txBody>
      </p:sp>
      <p:sp>
        <p:nvSpPr>
          <p:cNvPr id="27" name="Text Placeholder 18">
            <a:extLst>
              <a:ext uri="{FF2B5EF4-FFF2-40B4-BE49-F238E27FC236}">
                <a16:creationId xmlns:a16="http://schemas.microsoft.com/office/drawing/2014/main" id="{BD277DE9-3E2C-A858-4948-58B1EDB8D5EF}"/>
              </a:ext>
            </a:extLst>
          </p:cNvPr>
          <p:cNvSpPr>
            <a:spLocks noGrp="1"/>
          </p:cNvSpPr>
          <p:nvPr>
            <p:ph type="body" sz="quarter" idx="20" hasCustomPrompt="1"/>
          </p:nvPr>
        </p:nvSpPr>
        <p:spPr>
          <a:xfrm>
            <a:off x="9089618" y="5788957"/>
            <a:ext cx="2647578" cy="526197"/>
          </a:xfrm>
          <a:prstGeom prst="rect">
            <a:avLst/>
          </a:prstGeom>
        </p:spPr>
        <p:txBody>
          <a:bodyPr>
            <a:noAutofit/>
          </a:bodyPr>
          <a:lstStyle>
            <a:lvl1pPr marL="0" indent="0" algn="l">
              <a:buFont typeface="Arial" panose="020B0604020202020204" pitchFamily="34" charset="0"/>
              <a:buNone/>
              <a:defRPr sz="1200">
                <a:solidFill>
                  <a:schemeClr val="tx2"/>
                </a:solidFill>
              </a:defRPr>
            </a:lvl1pPr>
          </a:lstStyle>
          <a:p>
            <a:pPr lvl="0"/>
            <a:r>
              <a:rPr lang="en-US"/>
              <a:t>Cras </a:t>
            </a:r>
            <a:r>
              <a:rPr lang="en-US" err="1"/>
              <a:t>sollicitudin</a:t>
            </a:r>
            <a:r>
              <a:rPr lang="en-US"/>
              <a:t>, </a:t>
            </a:r>
            <a:r>
              <a:rPr lang="en-US" err="1"/>
              <a:t>justo</a:t>
            </a:r>
            <a:r>
              <a:rPr lang="en-US"/>
              <a:t> </a:t>
            </a:r>
            <a:r>
              <a:rPr lang="en-US" err="1"/>
              <a:t>eu</a:t>
            </a:r>
            <a:r>
              <a:rPr lang="en-US"/>
              <a:t> </a:t>
            </a:r>
            <a:r>
              <a:rPr lang="en-US" err="1"/>
              <a:t>auctir</a:t>
            </a:r>
            <a:r>
              <a:rPr lang="en-US"/>
              <a:t> </a:t>
            </a:r>
            <a:r>
              <a:rPr lang="en-US" err="1"/>
              <a:t>egestas</a:t>
            </a:r>
            <a:r>
              <a:rPr lang="en-US"/>
              <a:t> magna nunc </a:t>
            </a:r>
            <a:r>
              <a:rPr lang="en-US" err="1"/>
              <a:t>condimentum</a:t>
            </a:r>
            <a:r>
              <a:rPr lang="en-US"/>
              <a:t> ligula, id tempus </a:t>
            </a:r>
            <a:r>
              <a:rPr lang="en-US" err="1"/>
              <a:t>lacus</a:t>
            </a:r>
            <a:r>
              <a:rPr lang="en-US"/>
              <a:t> </a:t>
            </a:r>
            <a:r>
              <a:rPr lang="en-US" err="1"/>
              <a:t>nibh</a:t>
            </a:r>
            <a:r>
              <a:rPr lang="en-US"/>
              <a:t> </a:t>
            </a:r>
            <a:r>
              <a:rPr lang="en-US" err="1"/>
              <a:t>mauris</a:t>
            </a:r>
            <a:r>
              <a:rPr lang="en-US"/>
              <a:t>. </a:t>
            </a:r>
          </a:p>
        </p:txBody>
      </p:sp>
      <p:sp>
        <p:nvSpPr>
          <p:cNvPr id="6" name="Text Placeholder 35">
            <a:extLst>
              <a:ext uri="{FF2B5EF4-FFF2-40B4-BE49-F238E27FC236}">
                <a16:creationId xmlns:a16="http://schemas.microsoft.com/office/drawing/2014/main" id="{1406FD74-77F6-FAA8-A244-66F5592174C9}"/>
              </a:ext>
            </a:extLst>
          </p:cNvPr>
          <p:cNvSpPr>
            <a:spLocks noGrp="1"/>
          </p:cNvSpPr>
          <p:nvPr>
            <p:ph type="body" sz="quarter" idx="25" hasCustomPrompt="1"/>
          </p:nvPr>
        </p:nvSpPr>
        <p:spPr>
          <a:xfrm>
            <a:off x="1136997"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7" name="Text Placeholder 35">
            <a:extLst>
              <a:ext uri="{FF2B5EF4-FFF2-40B4-BE49-F238E27FC236}">
                <a16:creationId xmlns:a16="http://schemas.microsoft.com/office/drawing/2014/main" id="{43F9CC3F-0878-436D-F745-40C9A7A4F84C}"/>
              </a:ext>
            </a:extLst>
          </p:cNvPr>
          <p:cNvSpPr>
            <a:spLocks noGrp="1"/>
          </p:cNvSpPr>
          <p:nvPr>
            <p:ph type="body" sz="quarter" idx="26" hasCustomPrompt="1"/>
          </p:nvPr>
        </p:nvSpPr>
        <p:spPr>
          <a:xfrm>
            <a:off x="409535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8" name="Text Placeholder 35">
            <a:extLst>
              <a:ext uri="{FF2B5EF4-FFF2-40B4-BE49-F238E27FC236}">
                <a16:creationId xmlns:a16="http://schemas.microsoft.com/office/drawing/2014/main" id="{F5E59ED2-47F3-B28D-507A-51EE17FDE7C5}"/>
              </a:ext>
            </a:extLst>
          </p:cNvPr>
          <p:cNvSpPr>
            <a:spLocks noGrp="1"/>
          </p:cNvSpPr>
          <p:nvPr>
            <p:ph type="body" sz="quarter" idx="27" hasCustomPrompt="1"/>
          </p:nvPr>
        </p:nvSpPr>
        <p:spPr>
          <a:xfrm>
            <a:off x="7021430"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
        <p:nvSpPr>
          <p:cNvPr id="9" name="Text Placeholder 35">
            <a:extLst>
              <a:ext uri="{FF2B5EF4-FFF2-40B4-BE49-F238E27FC236}">
                <a16:creationId xmlns:a16="http://schemas.microsoft.com/office/drawing/2014/main" id="{64F0F788-462A-1BE6-356B-BC287F652FAC}"/>
              </a:ext>
            </a:extLst>
          </p:cNvPr>
          <p:cNvSpPr>
            <a:spLocks noGrp="1"/>
          </p:cNvSpPr>
          <p:nvPr>
            <p:ph type="body" sz="quarter" idx="28" hasCustomPrompt="1"/>
          </p:nvPr>
        </p:nvSpPr>
        <p:spPr>
          <a:xfrm>
            <a:off x="9936752" y="3555199"/>
            <a:ext cx="1069324" cy="744835"/>
          </a:xfrm>
        </p:spPr>
        <p:txBody>
          <a:bodyPr/>
          <a:lstStyle>
            <a:lvl1pPr algn="ctr">
              <a:defRPr sz="2400"/>
            </a:lvl1pPr>
            <a:lvl2pPr algn="ctr">
              <a:buNone/>
              <a:defRPr sz="1200"/>
            </a:lvl2pPr>
          </a:lstStyle>
          <a:p>
            <a:pPr lvl="0"/>
            <a:r>
              <a:rPr lang="en-GB"/>
              <a:t>ICON</a:t>
            </a:r>
          </a:p>
          <a:p>
            <a:pPr lvl="1"/>
            <a:r>
              <a:rPr lang="en-GB"/>
              <a:t>Placeholder</a:t>
            </a:r>
          </a:p>
        </p:txBody>
      </p:sp>
    </p:spTree>
    <p:extLst>
      <p:ext uri="{BB962C8B-B14F-4D97-AF65-F5344CB8AC3E}">
        <p14:creationId xmlns:p14="http://schemas.microsoft.com/office/powerpoint/2010/main" val="33257672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pillars gradient">
    <p:bg>
      <p:bgPr>
        <a:solidFill>
          <a:schemeClr val="tx1"/>
        </a:solidFill>
        <a:effectLst/>
      </p:bgPr>
    </p:bg>
    <p:spTree>
      <p:nvGrpSpPr>
        <p:cNvPr id="1" name=""/>
        <p:cNvGrpSpPr/>
        <p:nvPr/>
      </p:nvGrpSpPr>
      <p:grpSpPr>
        <a:xfrm>
          <a:off x="0" y="0"/>
          <a:ext cx="0" cy="0"/>
          <a:chOff x="0" y="0"/>
          <a:chExt cx="0" cy="0"/>
        </a:xfrm>
      </p:grpSpPr>
      <p:sp>
        <p:nvSpPr>
          <p:cNvPr id="4" name="Round Same-side Corner of Rectangle 3">
            <a:extLst>
              <a:ext uri="{FF2B5EF4-FFF2-40B4-BE49-F238E27FC236}">
                <a16:creationId xmlns:a16="http://schemas.microsoft.com/office/drawing/2014/main" id="{96A43ACF-CE67-E291-B726-0EECEE0D8158}"/>
              </a:ext>
            </a:extLst>
          </p:cNvPr>
          <p:cNvSpPr/>
          <p:nvPr/>
        </p:nvSpPr>
        <p:spPr>
          <a:xfrm>
            <a:off x="327223" y="1748392"/>
            <a:ext cx="5745875" cy="810000"/>
          </a:xfrm>
          <a:prstGeom prst="round2SameRect">
            <a:avLst>
              <a:gd name="adj1" fmla="val 19743"/>
              <a:gd name="adj2" fmla="val 0"/>
            </a:avLst>
          </a:prstGeom>
          <a:solidFill>
            <a:srgbClr val="FDB2FF"/>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8" name="Round Same-side Corner of Rectangle 7">
            <a:extLst>
              <a:ext uri="{FF2B5EF4-FFF2-40B4-BE49-F238E27FC236}">
                <a16:creationId xmlns:a16="http://schemas.microsoft.com/office/drawing/2014/main" id="{38BD7A87-7DF3-9A8B-7378-9B215DAE7B98}"/>
              </a:ext>
            </a:extLst>
          </p:cNvPr>
          <p:cNvSpPr/>
          <p:nvPr/>
        </p:nvSpPr>
        <p:spPr>
          <a:xfrm>
            <a:off x="6118193" y="1760704"/>
            <a:ext cx="5742000" cy="810000"/>
          </a:xfrm>
          <a:prstGeom prst="round2SameRect">
            <a:avLst>
              <a:gd name="adj1" fmla="val 19743"/>
              <a:gd name="adj2" fmla="val 0"/>
            </a:avLst>
          </a:prstGeom>
          <a:gradFill>
            <a:gsLst>
              <a:gs pos="48000">
                <a:srgbClr val="FFBCCF"/>
              </a:gs>
              <a:gs pos="0">
                <a:srgbClr val="FDB2FF"/>
              </a:gs>
              <a:gs pos="100000">
                <a:srgbClr val="FFE3AC"/>
              </a:gs>
            </a:gsLst>
            <a:lin ang="0" scaled="1"/>
          </a:gra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spAutoFit/>
          </a:bodyPr>
          <a:lstStyle/>
          <a:p>
            <a:endParaRPr lang="en-GB" sz="1400">
              <a:solidFill>
                <a:schemeClr val="bg1"/>
              </a:solidFill>
            </a:endParaRPr>
          </a:p>
          <a:p>
            <a:endParaRPr lang="en-GB" sz="1400">
              <a:solidFill>
                <a:schemeClr val="bg1"/>
              </a:solidFill>
            </a:endParaRPr>
          </a:p>
          <a:p>
            <a:endParaRPr lang="en-GB" sz="1400">
              <a:solidFill>
                <a:schemeClr val="bg1"/>
              </a:solidFill>
            </a:endParaRPr>
          </a:p>
        </p:txBody>
      </p:sp>
      <p:sp>
        <p:nvSpPr>
          <p:cNvPr id="13" name="Text Placeholder 8">
            <a:extLst>
              <a:ext uri="{FF2B5EF4-FFF2-40B4-BE49-F238E27FC236}">
                <a16:creationId xmlns:a16="http://schemas.microsoft.com/office/drawing/2014/main" id="{1FE0F98C-66A2-5973-4AB3-C81953D00195}"/>
              </a:ext>
            </a:extLst>
          </p:cNvPr>
          <p:cNvSpPr>
            <a:spLocks noGrp="1"/>
          </p:cNvSpPr>
          <p:nvPr>
            <p:ph type="body" sz="quarter" idx="21" hasCustomPrompt="1"/>
          </p:nvPr>
        </p:nvSpPr>
        <p:spPr>
          <a:xfrm>
            <a:off x="542843" y="2025810"/>
            <a:ext cx="5315320" cy="385781"/>
          </a:xfrm>
          <a:prstGeom prst="rect">
            <a:avLst/>
          </a:prstGeom>
          <a:noFill/>
        </p:spPr>
        <p:txBody>
          <a:bodyPr>
            <a:normAutofit/>
          </a:bodyPr>
          <a:lstStyle>
            <a:lvl1pPr marL="0" indent="0">
              <a:buFont typeface="Wingdings" pitchFamily="2" charset="2"/>
              <a:buNone/>
              <a:defRPr sz="1800">
                <a:solidFill>
                  <a:schemeClr val="tx1"/>
                </a:solidFill>
              </a:defRPr>
            </a:lvl1pPr>
          </a:lstStyle>
          <a:p>
            <a:pPr lvl="0"/>
            <a:r>
              <a:rPr lang="en-GB"/>
              <a:t>Click to add header</a:t>
            </a:r>
          </a:p>
        </p:txBody>
      </p:sp>
      <p:sp>
        <p:nvSpPr>
          <p:cNvPr id="15" name="Text Placeholder 8">
            <a:extLst>
              <a:ext uri="{FF2B5EF4-FFF2-40B4-BE49-F238E27FC236}">
                <a16:creationId xmlns:a16="http://schemas.microsoft.com/office/drawing/2014/main" id="{B8C74E70-6D3A-4B66-B077-1FC8EF82052A}"/>
              </a:ext>
            </a:extLst>
          </p:cNvPr>
          <p:cNvSpPr>
            <a:spLocks noGrp="1"/>
          </p:cNvSpPr>
          <p:nvPr>
            <p:ph type="body" sz="quarter" idx="22" hasCustomPrompt="1"/>
          </p:nvPr>
        </p:nvSpPr>
        <p:spPr>
          <a:xfrm>
            <a:off x="6333814" y="2025810"/>
            <a:ext cx="5315320" cy="385781"/>
          </a:xfrm>
          <a:prstGeom prst="rect">
            <a:avLst/>
          </a:prstGeom>
          <a:noFill/>
        </p:spPr>
        <p:txBody>
          <a:bodyPr>
            <a:normAutofit/>
          </a:bodyPr>
          <a:lstStyle>
            <a:lvl1pPr marL="0" indent="0">
              <a:buFont typeface="Wingdings" pitchFamily="2" charset="2"/>
              <a:buNone/>
              <a:defRPr sz="1800">
                <a:solidFill>
                  <a:schemeClr val="tx1"/>
                </a:solidFill>
              </a:defRPr>
            </a:lvl1pPr>
          </a:lstStyle>
          <a:p>
            <a:pPr lvl="0"/>
            <a:r>
              <a:rPr lang="en-GB"/>
              <a:t>Click to add header</a:t>
            </a:r>
          </a:p>
        </p:txBody>
      </p:sp>
      <p:sp>
        <p:nvSpPr>
          <p:cNvPr id="3" name="Rectangle 2">
            <a:extLst>
              <a:ext uri="{FF2B5EF4-FFF2-40B4-BE49-F238E27FC236}">
                <a16:creationId xmlns:a16="http://schemas.microsoft.com/office/drawing/2014/main" id="{B184F7CF-B406-C4D0-39A6-876C594B7AB7}"/>
              </a:ext>
            </a:extLst>
          </p:cNvPr>
          <p:cNvSpPr/>
          <p:nvPr userDrawn="1"/>
        </p:nvSpPr>
        <p:spPr>
          <a:xfrm>
            <a:off x="330387" y="2557393"/>
            <a:ext cx="5742000" cy="43146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6" name="Rectangle 5">
            <a:extLst>
              <a:ext uri="{FF2B5EF4-FFF2-40B4-BE49-F238E27FC236}">
                <a16:creationId xmlns:a16="http://schemas.microsoft.com/office/drawing/2014/main" id="{C2509D93-4E6B-FA90-2CB5-80AA431C761B}"/>
              </a:ext>
            </a:extLst>
          </p:cNvPr>
          <p:cNvSpPr/>
          <p:nvPr userDrawn="1"/>
        </p:nvSpPr>
        <p:spPr>
          <a:xfrm>
            <a:off x="6118903" y="2557393"/>
            <a:ext cx="5742000" cy="43146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2" name="Title 1">
            <a:extLst>
              <a:ext uri="{FF2B5EF4-FFF2-40B4-BE49-F238E27FC236}">
                <a16:creationId xmlns:a16="http://schemas.microsoft.com/office/drawing/2014/main" id="{A7130C61-4C73-3C4B-0365-1FBEFBDF0CD7}"/>
              </a:ext>
            </a:extLst>
          </p:cNvPr>
          <p:cNvSpPr>
            <a:spLocks noGrp="1"/>
          </p:cNvSpPr>
          <p:nvPr>
            <p:ph type="title" hasCustomPrompt="1"/>
          </p:nvPr>
        </p:nvSpPr>
        <p:spPr>
          <a:xfrm>
            <a:off x="339467" y="251427"/>
            <a:ext cx="5756533" cy="1351163"/>
          </a:xfrm>
          <a:prstGeom prst="rect">
            <a:avLst/>
          </a:prstGeom>
        </p:spPr>
        <p:txBody>
          <a:bodyPr anchor="t" anchorCtr="0">
            <a:normAutofit/>
          </a:bodyPr>
          <a:lstStyle>
            <a:lvl1pPr>
              <a:defRPr sz="3600">
                <a:solidFill>
                  <a:schemeClr val="bg1"/>
                </a:solidFill>
              </a:defRPr>
            </a:lvl1pPr>
          </a:lstStyle>
          <a:p>
            <a:r>
              <a:rPr lang="en-GB"/>
              <a:t>Click to add title </a:t>
            </a:r>
            <a:endParaRPr lang="en-SE"/>
          </a:p>
        </p:txBody>
      </p:sp>
      <p:sp>
        <p:nvSpPr>
          <p:cNvPr id="5" name="Text Placeholder 49">
            <a:extLst>
              <a:ext uri="{FF2B5EF4-FFF2-40B4-BE49-F238E27FC236}">
                <a16:creationId xmlns:a16="http://schemas.microsoft.com/office/drawing/2014/main" id="{6289812A-EFC2-E44D-7A23-A7B86263C336}"/>
              </a:ext>
            </a:extLst>
          </p:cNvPr>
          <p:cNvSpPr>
            <a:spLocks noGrp="1"/>
          </p:cNvSpPr>
          <p:nvPr>
            <p:ph type="body" sz="quarter" idx="28" hasCustomPrompt="1"/>
          </p:nvPr>
        </p:nvSpPr>
        <p:spPr>
          <a:xfrm>
            <a:off x="542277" y="2897084"/>
            <a:ext cx="5314661" cy="3960916"/>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7" name="Text Placeholder 49">
            <a:extLst>
              <a:ext uri="{FF2B5EF4-FFF2-40B4-BE49-F238E27FC236}">
                <a16:creationId xmlns:a16="http://schemas.microsoft.com/office/drawing/2014/main" id="{61E73299-A268-81B1-7A72-8B5044B695C0}"/>
              </a:ext>
            </a:extLst>
          </p:cNvPr>
          <p:cNvSpPr>
            <a:spLocks noGrp="1"/>
          </p:cNvSpPr>
          <p:nvPr>
            <p:ph type="body" sz="quarter" idx="29" hasCustomPrompt="1"/>
          </p:nvPr>
        </p:nvSpPr>
        <p:spPr>
          <a:xfrm>
            <a:off x="6335122" y="2897084"/>
            <a:ext cx="5314661" cy="3960916"/>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Tree>
    <p:extLst>
      <p:ext uri="{BB962C8B-B14F-4D97-AF65-F5344CB8AC3E}">
        <p14:creationId xmlns:p14="http://schemas.microsoft.com/office/powerpoint/2010/main" val="4206370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pillars purple">
    <p:bg>
      <p:bgPr>
        <a:solidFill>
          <a:schemeClr val="tx1"/>
        </a:solidFill>
        <a:effectLst/>
      </p:bgPr>
    </p:bg>
    <p:spTree>
      <p:nvGrpSpPr>
        <p:cNvPr id="1" name=""/>
        <p:cNvGrpSpPr/>
        <p:nvPr/>
      </p:nvGrpSpPr>
      <p:grpSpPr>
        <a:xfrm>
          <a:off x="0" y="0"/>
          <a:ext cx="0" cy="0"/>
          <a:chOff x="0" y="0"/>
          <a:chExt cx="0" cy="0"/>
        </a:xfrm>
      </p:grpSpPr>
      <p:sp>
        <p:nvSpPr>
          <p:cNvPr id="4" name="Round Same-side Corner of Rectangle 3">
            <a:extLst>
              <a:ext uri="{FF2B5EF4-FFF2-40B4-BE49-F238E27FC236}">
                <a16:creationId xmlns:a16="http://schemas.microsoft.com/office/drawing/2014/main" id="{96A43ACF-CE67-E291-B726-0EECEE0D8158}"/>
              </a:ext>
            </a:extLst>
          </p:cNvPr>
          <p:cNvSpPr/>
          <p:nvPr/>
        </p:nvSpPr>
        <p:spPr>
          <a:xfrm>
            <a:off x="327223" y="1748392"/>
            <a:ext cx="5745875" cy="810000"/>
          </a:xfrm>
          <a:prstGeom prst="round2SameRect">
            <a:avLst>
              <a:gd name="adj1" fmla="val 19743"/>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8" name="Round Same-side Corner of Rectangle 7">
            <a:extLst>
              <a:ext uri="{FF2B5EF4-FFF2-40B4-BE49-F238E27FC236}">
                <a16:creationId xmlns:a16="http://schemas.microsoft.com/office/drawing/2014/main" id="{38BD7A87-7DF3-9A8B-7378-9B215DAE7B98}"/>
              </a:ext>
            </a:extLst>
          </p:cNvPr>
          <p:cNvSpPr/>
          <p:nvPr/>
        </p:nvSpPr>
        <p:spPr>
          <a:xfrm>
            <a:off x="6118193" y="1760704"/>
            <a:ext cx="5742000" cy="810000"/>
          </a:xfrm>
          <a:prstGeom prst="round2SameRect">
            <a:avLst>
              <a:gd name="adj1" fmla="val 19743"/>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spAutoFit/>
          </a:bodyPr>
          <a:lstStyle/>
          <a:p>
            <a:endParaRPr lang="en-GB" sz="1400">
              <a:solidFill>
                <a:schemeClr val="bg1"/>
              </a:solidFill>
            </a:endParaRPr>
          </a:p>
          <a:p>
            <a:endParaRPr lang="en-GB" sz="1400">
              <a:solidFill>
                <a:schemeClr val="bg1"/>
              </a:solidFill>
            </a:endParaRPr>
          </a:p>
          <a:p>
            <a:endParaRPr lang="en-GB" sz="1400">
              <a:solidFill>
                <a:schemeClr val="bg1"/>
              </a:solidFill>
            </a:endParaRPr>
          </a:p>
        </p:txBody>
      </p:sp>
      <p:sp>
        <p:nvSpPr>
          <p:cNvPr id="13" name="Text Placeholder 8">
            <a:extLst>
              <a:ext uri="{FF2B5EF4-FFF2-40B4-BE49-F238E27FC236}">
                <a16:creationId xmlns:a16="http://schemas.microsoft.com/office/drawing/2014/main" id="{1FE0F98C-66A2-5973-4AB3-C81953D00195}"/>
              </a:ext>
            </a:extLst>
          </p:cNvPr>
          <p:cNvSpPr>
            <a:spLocks noGrp="1"/>
          </p:cNvSpPr>
          <p:nvPr>
            <p:ph type="body" sz="quarter" idx="21" hasCustomPrompt="1"/>
          </p:nvPr>
        </p:nvSpPr>
        <p:spPr>
          <a:xfrm>
            <a:off x="542843" y="2025810"/>
            <a:ext cx="5315320" cy="385781"/>
          </a:xfrm>
          <a:prstGeom prst="rect">
            <a:avLst/>
          </a:prstGeom>
          <a:noFill/>
        </p:spPr>
        <p:txBody>
          <a:bodyPr>
            <a:normAutofit/>
          </a:bodyPr>
          <a:lstStyle>
            <a:lvl1pPr marL="0" indent="0">
              <a:buFont typeface="Wingdings" pitchFamily="2" charset="2"/>
              <a:buNone/>
              <a:defRPr sz="1800">
                <a:solidFill>
                  <a:schemeClr val="bg1"/>
                </a:solidFill>
              </a:defRPr>
            </a:lvl1pPr>
          </a:lstStyle>
          <a:p>
            <a:pPr lvl="0"/>
            <a:r>
              <a:rPr lang="en-GB"/>
              <a:t>Click to add header</a:t>
            </a:r>
          </a:p>
        </p:txBody>
      </p:sp>
      <p:sp>
        <p:nvSpPr>
          <p:cNvPr id="15" name="Text Placeholder 8">
            <a:extLst>
              <a:ext uri="{FF2B5EF4-FFF2-40B4-BE49-F238E27FC236}">
                <a16:creationId xmlns:a16="http://schemas.microsoft.com/office/drawing/2014/main" id="{B8C74E70-6D3A-4B66-B077-1FC8EF82052A}"/>
              </a:ext>
            </a:extLst>
          </p:cNvPr>
          <p:cNvSpPr>
            <a:spLocks noGrp="1"/>
          </p:cNvSpPr>
          <p:nvPr>
            <p:ph type="body" sz="quarter" idx="22" hasCustomPrompt="1"/>
          </p:nvPr>
        </p:nvSpPr>
        <p:spPr>
          <a:xfrm>
            <a:off x="6333814" y="2025810"/>
            <a:ext cx="5315320" cy="385781"/>
          </a:xfrm>
          <a:prstGeom prst="rect">
            <a:avLst/>
          </a:prstGeom>
          <a:noFill/>
        </p:spPr>
        <p:txBody>
          <a:bodyPr>
            <a:normAutofit/>
          </a:bodyPr>
          <a:lstStyle>
            <a:lvl1pPr marL="0" indent="0">
              <a:buFont typeface="Wingdings" pitchFamily="2" charset="2"/>
              <a:buNone/>
              <a:defRPr sz="1800">
                <a:solidFill>
                  <a:schemeClr val="bg1"/>
                </a:solidFill>
              </a:defRPr>
            </a:lvl1pPr>
          </a:lstStyle>
          <a:p>
            <a:pPr lvl="0"/>
            <a:r>
              <a:rPr lang="en-GB"/>
              <a:t>Click to add header</a:t>
            </a:r>
          </a:p>
        </p:txBody>
      </p:sp>
      <p:sp>
        <p:nvSpPr>
          <p:cNvPr id="3" name="Rectangle 2">
            <a:extLst>
              <a:ext uri="{FF2B5EF4-FFF2-40B4-BE49-F238E27FC236}">
                <a16:creationId xmlns:a16="http://schemas.microsoft.com/office/drawing/2014/main" id="{B184F7CF-B406-C4D0-39A6-876C594B7AB7}"/>
              </a:ext>
            </a:extLst>
          </p:cNvPr>
          <p:cNvSpPr/>
          <p:nvPr userDrawn="1"/>
        </p:nvSpPr>
        <p:spPr>
          <a:xfrm>
            <a:off x="330387" y="2557393"/>
            <a:ext cx="5742000" cy="43146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6" name="Rectangle 5">
            <a:extLst>
              <a:ext uri="{FF2B5EF4-FFF2-40B4-BE49-F238E27FC236}">
                <a16:creationId xmlns:a16="http://schemas.microsoft.com/office/drawing/2014/main" id="{C2509D93-4E6B-FA90-2CB5-80AA431C761B}"/>
              </a:ext>
            </a:extLst>
          </p:cNvPr>
          <p:cNvSpPr/>
          <p:nvPr userDrawn="1"/>
        </p:nvSpPr>
        <p:spPr>
          <a:xfrm>
            <a:off x="6118903" y="2557393"/>
            <a:ext cx="5742000" cy="431461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2" name="Title 1">
            <a:extLst>
              <a:ext uri="{FF2B5EF4-FFF2-40B4-BE49-F238E27FC236}">
                <a16:creationId xmlns:a16="http://schemas.microsoft.com/office/drawing/2014/main" id="{A7130C61-4C73-3C4B-0365-1FBEFBDF0CD7}"/>
              </a:ext>
            </a:extLst>
          </p:cNvPr>
          <p:cNvSpPr>
            <a:spLocks noGrp="1"/>
          </p:cNvSpPr>
          <p:nvPr>
            <p:ph type="title" hasCustomPrompt="1"/>
          </p:nvPr>
        </p:nvSpPr>
        <p:spPr>
          <a:xfrm>
            <a:off x="339467" y="251427"/>
            <a:ext cx="5756533" cy="1351163"/>
          </a:xfrm>
          <a:prstGeom prst="rect">
            <a:avLst/>
          </a:prstGeom>
        </p:spPr>
        <p:txBody>
          <a:bodyPr anchor="t" anchorCtr="0">
            <a:normAutofit/>
          </a:bodyPr>
          <a:lstStyle>
            <a:lvl1pPr>
              <a:defRPr sz="3600">
                <a:solidFill>
                  <a:schemeClr val="bg1"/>
                </a:solidFill>
              </a:defRPr>
            </a:lvl1pPr>
          </a:lstStyle>
          <a:p>
            <a:r>
              <a:rPr lang="en-GB"/>
              <a:t>Click to add title </a:t>
            </a:r>
            <a:endParaRPr lang="en-SE"/>
          </a:p>
        </p:txBody>
      </p:sp>
      <p:sp>
        <p:nvSpPr>
          <p:cNvPr id="5" name="Text Placeholder 49">
            <a:extLst>
              <a:ext uri="{FF2B5EF4-FFF2-40B4-BE49-F238E27FC236}">
                <a16:creationId xmlns:a16="http://schemas.microsoft.com/office/drawing/2014/main" id="{6289812A-EFC2-E44D-7A23-A7B86263C336}"/>
              </a:ext>
            </a:extLst>
          </p:cNvPr>
          <p:cNvSpPr>
            <a:spLocks noGrp="1"/>
          </p:cNvSpPr>
          <p:nvPr>
            <p:ph type="body" sz="quarter" idx="28" hasCustomPrompt="1"/>
          </p:nvPr>
        </p:nvSpPr>
        <p:spPr>
          <a:xfrm>
            <a:off x="542277" y="2897084"/>
            <a:ext cx="5314661" cy="3960916"/>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7" name="Text Placeholder 49">
            <a:extLst>
              <a:ext uri="{FF2B5EF4-FFF2-40B4-BE49-F238E27FC236}">
                <a16:creationId xmlns:a16="http://schemas.microsoft.com/office/drawing/2014/main" id="{61E73299-A268-81B1-7A72-8B5044B695C0}"/>
              </a:ext>
            </a:extLst>
          </p:cNvPr>
          <p:cNvSpPr>
            <a:spLocks noGrp="1"/>
          </p:cNvSpPr>
          <p:nvPr>
            <p:ph type="body" sz="quarter" idx="29" hasCustomPrompt="1"/>
          </p:nvPr>
        </p:nvSpPr>
        <p:spPr>
          <a:xfrm>
            <a:off x="6335122" y="2897084"/>
            <a:ext cx="5314661" cy="3960916"/>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Tree>
    <p:extLst>
      <p:ext uri="{BB962C8B-B14F-4D97-AF65-F5344CB8AC3E}">
        <p14:creationId xmlns:p14="http://schemas.microsoft.com/office/powerpoint/2010/main" val="34933834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pillars purple">
    <p:bg>
      <p:bgPr>
        <a:solidFill>
          <a:schemeClr val="tx1"/>
        </a:solidFill>
        <a:effectLst/>
      </p:bgPr>
    </p:bg>
    <p:spTree>
      <p:nvGrpSpPr>
        <p:cNvPr id="1" name=""/>
        <p:cNvGrpSpPr/>
        <p:nvPr/>
      </p:nvGrpSpPr>
      <p:grpSpPr>
        <a:xfrm>
          <a:off x="0" y="0"/>
          <a:ext cx="0" cy="0"/>
          <a:chOff x="0" y="0"/>
          <a:chExt cx="0" cy="0"/>
        </a:xfrm>
      </p:grpSpPr>
      <p:sp>
        <p:nvSpPr>
          <p:cNvPr id="4" name="Round Same-side Corner of Rectangle 3">
            <a:extLst>
              <a:ext uri="{FF2B5EF4-FFF2-40B4-BE49-F238E27FC236}">
                <a16:creationId xmlns:a16="http://schemas.microsoft.com/office/drawing/2014/main" id="{96A43ACF-CE67-E291-B726-0EECEE0D8158}"/>
              </a:ext>
            </a:extLst>
          </p:cNvPr>
          <p:cNvSpPr/>
          <p:nvPr/>
        </p:nvSpPr>
        <p:spPr>
          <a:xfrm>
            <a:off x="336303" y="2812890"/>
            <a:ext cx="3819600" cy="616110"/>
          </a:xfrm>
          <a:prstGeom prst="round2SameRect">
            <a:avLst>
              <a:gd name="adj1" fmla="val 13936"/>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13" name="Text Placeholder 8">
            <a:extLst>
              <a:ext uri="{FF2B5EF4-FFF2-40B4-BE49-F238E27FC236}">
                <a16:creationId xmlns:a16="http://schemas.microsoft.com/office/drawing/2014/main" id="{1FE0F98C-66A2-5973-4AB3-C81953D00195}"/>
              </a:ext>
            </a:extLst>
          </p:cNvPr>
          <p:cNvSpPr>
            <a:spLocks noGrp="1"/>
          </p:cNvSpPr>
          <p:nvPr>
            <p:ph type="body" sz="quarter" idx="21" hasCustomPrompt="1"/>
          </p:nvPr>
        </p:nvSpPr>
        <p:spPr>
          <a:xfrm>
            <a:off x="477783" y="2996835"/>
            <a:ext cx="3544163" cy="385781"/>
          </a:xfrm>
          <a:prstGeom prst="rect">
            <a:avLst/>
          </a:prstGeom>
          <a:noFill/>
        </p:spPr>
        <p:txBody>
          <a:bodyPr>
            <a:normAutofit/>
          </a:bodyPr>
          <a:lstStyle>
            <a:lvl1pPr marL="0" indent="0">
              <a:buFont typeface="Wingdings" pitchFamily="2" charset="2"/>
              <a:buNone/>
              <a:defRPr sz="1600">
                <a:solidFill>
                  <a:schemeClr val="bg1"/>
                </a:solidFill>
              </a:defRPr>
            </a:lvl1pPr>
          </a:lstStyle>
          <a:p>
            <a:pPr lvl="0"/>
            <a:r>
              <a:rPr lang="en-GB"/>
              <a:t>Click to add header</a:t>
            </a:r>
          </a:p>
        </p:txBody>
      </p:sp>
      <p:sp>
        <p:nvSpPr>
          <p:cNvPr id="3" name="Rectangle 2">
            <a:extLst>
              <a:ext uri="{FF2B5EF4-FFF2-40B4-BE49-F238E27FC236}">
                <a16:creationId xmlns:a16="http://schemas.microsoft.com/office/drawing/2014/main" id="{B184F7CF-B406-C4D0-39A6-876C594B7AB7}"/>
              </a:ext>
            </a:extLst>
          </p:cNvPr>
          <p:cNvSpPr/>
          <p:nvPr userDrawn="1"/>
        </p:nvSpPr>
        <p:spPr>
          <a:xfrm>
            <a:off x="339467" y="3429000"/>
            <a:ext cx="3816000" cy="34430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5" name="Text Placeholder 49">
            <a:extLst>
              <a:ext uri="{FF2B5EF4-FFF2-40B4-BE49-F238E27FC236}">
                <a16:creationId xmlns:a16="http://schemas.microsoft.com/office/drawing/2014/main" id="{6289812A-EFC2-E44D-7A23-A7B86263C336}"/>
              </a:ext>
            </a:extLst>
          </p:cNvPr>
          <p:cNvSpPr>
            <a:spLocks noGrp="1"/>
          </p:cNvSpPr>
          <p:nvPr>
            <p:ph type="body" sz="quarter" idx="28" hasCustomPrompt="1"/>
          </p:nvPr>
        </p:nvSpPr>
        <p:spPr>
          <a:xfrm>
            <a:off x="477217" y="3594612"/>
            <a:ext cx="3543723" cy="3011961"/>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48" name="Round Same-side Corner of Rectangle 47">
            <a:extLst>
              <a:ext uri="{FF2B5EF4-FFF2-40B4-BE49-F238E27FC236}">
                <a16:creationId xmlns:a16="http://schemas.microsoft.com/office/drawing/2014/main" id="{63B9F1D7-8684-CB85-4F90-A5D24CAA549B}"/>
              </a:ext>
            </a:extLst>
          </p:cNvPr>
          <p:cNvSpPr/>
          <p:nvPr userDrawn="1"/>
        </p:nvSpPr>
        <p:spPr>
          <a:xfrm>
            <a:off x="8036099" y="2812890"/>
            <a:ext cx="3819600" cy="616110"/>
          </a:xfrm>
          <a:prstGeom prst="round2SameRect">
            <a:avLst>
              <a:gd name="adj1" fmla="val 13936"/>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49" name="Text Placeholder 8">
            <a:extLst>
              <a:ext uri="{FF2B5EF4-FFF2-40B4-BE49-F238E27FC236}">
                <a16:creationId xmlns:a16="http://schemas.microsoft.com/office/drawing/2014/main" id="{53ABF0A5-211F-C9E3-4121-E1024736ED7C}"/>
              </a:ext>
            </a:extLst>
          </p:cNvPr>
          <p:cNvSpPr>
            <a:spLocks noGrp="1"/>
          </p:cNvSpPr>
          <p:nvPr>
            <p:ph type="body" sz="quarter" idx="29" hasCustomPrompt="1"/>
          </p:nvPr>
        </p:nvSpPr>
        <p:spPr>
          <a:xfrm>
            <a:off x="8177579" y="2996835"/>
            <a:ext cx="3544163" cy="385781"/>
          </a:xfrm>
          <a:prstGeom prst="rect">
            <a:avLst/>
          </a:prstGeom>
          <a:noFill/>
        </p:spPr>
        <p:txBody>
          <a:bodyPr>
            <a:normAutofit/>
          </a:bodyPr>
          <a:lstStyle>
            <a:lvl1pPr marL="0" indent="0">
              <a:buFont typeface="Wingdings" pitchFamily="2" charset="2"/>
              <a:buNone/>
              <a:defRPr sz="1600">
                <a:solidFill>
                  <a:schemeClr val="bg1"/>
                </a:solidFill>
              </a:defRPr>
            </a:lvl1pPr>
          </a:lstStyle>
          <a:p>
            <a:pPr lvl="0"/>
            <a:r>
              <a:rPr lang="en-GB"/>
              <a:t>Click to add header</a:t>
            </a:r>
          </a:p>
        </p:txBody>
      </p:sp>
      <p:sp>
        <p:nvSpPr>
          <p:cNvPr id="50" name="Rectangle 49">
            <a:extLst>
              <a:ext uri="{FF2B5EF4-FFF2-40B4-BE49-F238E27FC236}">
                <a16:creationId xmlns:a16="http://schemas.microsoft.com/office/drawing/2014/main" id="{64CA947C-5332-D396-258A-FBD7B67E4F48}"/>
              </a:ext>
            </a:extLst>
          </p:cNvPr>
          <p:cNvSpPr/>
          <p:nvPr userDrawn="1"/>
        </p:nvSpPr>
        <p:spPr>
          <a:xfrm>
            <a:off x="8039263" y="3429000"/>
            <a:ext cx="3816000" cy="34430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51" name="Text Placeholder 49">
            <a:extLst>
              <a:ext uri="{FF2B5EF4-FFF2-40B4-BE49-F238E27FC236}">
                <a16:creationId xmlns:a16="http://schemas.microsoft.com/office/drawing/2014/main" id="{EB0AB8AB-D140-C243-AB9E-960A6AE9CB90}"/>
              </a:ext>
            </a:extLst>
          </p:cNvPr>
          <p:cNvSpPr>
            <a:spLocks noGrp="1"/>
          </p:cNvSpPr>
          <p:nvPr>
            <p:ph type="body" sz="quarter" idx="30" hasCustomPrompt="1"/>
          </p:nvPr>
        </p:nvSpPr>
        <p:spPr>
          <a:xfrm>
            <a:off x="8177013" y="3594612"/>
            <a:ext cx="3543723" cy="3011961"/>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52" name="Round Same-side Corner of Rectangle 51">
            <a:extLst>
              <a:ext uri="{FF2B5EF4-FFF2-40B4-BE49-F238E27FC236}">
                <a16:creationId xmlns:a16="http://schemas.microsoft.com/office/drawing/2014/main" id="{28B2E157-A717-8793-2F4D-EB1F4491306F}"/>
              </a:ext>
            </a:extLst>
          </p:cNvPr>
          <p:cNvSpPr/>
          <p:nvPr userDrawn="1"/>
        </p:nvSpPr>
        <p:spPr>
          <a:xfrm>
            <a:off x="4186200" y="2812890"/>
            <a:ext cx="3819600" cy="616110"/>
          </a:xfrm>
          <a:prstGeom prst="round2SameRect">
            <a:avLst>
              <a:gd name="adj1" fmla="val 13936"/>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53" name="Text Placeholder 8">
            <a:extLst>
              <a:ext uri="{FF2B5EF4-FFF2-40B4-BE49-F238E27FC236}">
                <a16:creationId xmlns:a16="http://schemas.microsoft.com/office/drawing/2014/main" id="{75988855-3EF1-806F-E63C-E9C092FB0E28}"/>
              </a:ext>
            </a:extLst>
          </p:cNvPr>
          <p:cNvSpPr>
            <a:spLocks noGrp="1"/>
          </p:cNvSpPr>
          <p:nvPr>
            <p:ph type="body" sz="quarter" idx="31" hasCustomPrompt="1"/>
          </p:nvPr>
        </p:nvSpPr>
        <p:spPr>
          <a:xfrm>
            <a:off x="4327680" y="2996835"/>
            <a:ext cx="3544163" cy="385781"/>
          </a:xfrm>
          <a:prstGeom prst="rect">
            <a:avLst/>
          </a:prstGeom>
          <a:noFill/>
        </p:spPr>
        <p:txBody>
          <a:bodyPr>
            <a:normAutofit/>
          </a:bodyPr>
          <a:lstStyle>
            <a:lvl1pPr marL="0" indent="0">
              <a:buFont typeface="Wingdings" pitchFamily="2" charset="2"/>
              <a:buNone/>
              <a:defRPr sz="1600">
                <a:solidFill>
                  <a:schemeClr val="bg1"/>
                </a:solidFill>
              </a:defRPr>
            </a:lvl1pPr>
          </a:lstStyle>
          <a:p>
            <a:pPr lvl="0"/>
            <a:r>
              <a:rPr lang="en-GB"/>
              <a:t>Click to add header</a:t>
            </a:r>
          </a:p>
        </p:txBody>
      </p:sp>
      <p:sp>
        <p:nvSpPr>
          <p:cNvPr id="54" name="Rectangle 53">
            <a:extLst>
              <a:ext uri="{FF2B5EF4-FFF2-40B4-BE49-F238E27FC236}">
                <a16:creationId xmlns:a16="http://schemas.microsoft.com/office/drawing/2014/main" id="{1051D499-E3E2-5AF4-0BA9-22DE12BB796A}"/>
              </a:ext>
            </a:extLst>
          </p:cNvPr>
          <p:cNvSpPr/>
          <p:nvPr userDrawn="1"/>
        </p:nvSpPr>
        <p:spPr>
          <a:xfrm>
            <a:off x="4189364" y="3429000"/>
            <a:ext cx="3816000" cy="34430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55" name="Text Placeholder 49">
            <a:extLst>
              <a:ext uri="{FF2B5EF4-FFF2-40B4-BE49-F238E27FC236}">
                <a16:creationId xmlns:a16="http://schemas.microsoft.com/office/drawing/2014/main" id="{ED03EB30-9E0D-AC63-5606-BBC27037AD8B}"/>
              </a:ext>
            </a:extLst>
          </p:cNvPr>
          <p:cNvSpPr>
            <a:spLocks noGrp="1"/>
          </p:cNvSpPr>
          <p:nvPr>
            <p:ph type="body" sz="quarter" idx="32" hasCustomPrompt="1"/>
          </p:nvPr>
        </p:nvSpPr>
        <p:spPr>
          <a:xfrm>
            <a:off x="4327114" y="3594612"/>
            <a:ext cx="3543723" cy="3011961"/>
          </a:xfrm>
          <a:prstGeom prst="rect">
            <a:avLst/>
          </a:prstGeom>
        </p:spPr>
        <p:txBody>
          <a:bodyPr>
            <a:noAutofit/>
          </a:bodyPr>
          <a:lstStyle>
            <a:lvl1pPr marL="0" indent="-198000">
              <a:lnSpc>
                <a:spcPct val="100000"/>
              </a:lnSpc>
              <a:buSzPct val="100000"/>
              <a:buFont typeface="Wingdings" pitchFamily="2" charset="2"/>
              <a:buChar char="§"/>
              <a:defRPr sz="1600"/>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56" name="Title 1">
            <a:extLst>
              <a:ext uri="{FF2B5EF4-FFF2-40B4-BE49-F238E27FC236}">
                <a16:creationId xmlns:a16="http://schemas.microsoft.com/office/drawing/2014/main" id="{9C409958-64A6-908A-CFC8-426BDF0D5CCB}"/>
              </a:ext>
            </a:extLst>
          </p:cNvPr>
          <p:cNvSpPr>
            <a:spLocks noGrp="1"/>
          </p:cNvSpPr>
          <p:nvPr>
            <p:ph type="title" hasCustomPrompt="1"/>
          </p:nvPr>
        </p:nvSpPr>
        <p:spPr>
          <a:xfrm>
            <a:off x="347870" y="1031462"/>
            <a:ext cx="11499572" cy="1325563"/>
          </a:xfrm>
          <a:prstGeom prst="rect">
            <a:avLst/>
          </a:prstGeom>
        </p:spPr>
        <p:txBody>
          <a:bodyPr anchor="t" anchorCtr="0"/>
          <a:lstStyle>
            <a:lvl1pPr>
              <a:defRPr>
                <a:solidFill>
                  <a:schemeClr val="bg1"/>
                </a:solidFill>
              </a:defRPr>
            </a:lvl1pPr>
          </a:lstStyle>
          <a:p>
            <a:r>
              <a:rPr lang="en-GB"/>
              <a:t>Click to add title</a:t>
            </a:r>
            <a:endParaRPr lang="en-SE"/>
          </a:p>
        </p:txBody>
      </p:sp>
    </p:spTree>
    <p:extLst>
      <p:ext uri="{BB962C8B-B14F-4D97-AF65-F5344CB8AC3E}">
        <p14:creationId xmlns:p14="http://schemas.microsoft.com/office/powerpoint/2010/main" val="9861256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pillars black">
    <p:bg>
      <p:bgPr>
        <a:solidFill>
          <a:schemeClr val="bg1"/>
        </a:solidFill>
        <a:effectLst/>
      </p:bgPr>
    </p:bg>
    <p:spTree>
      <p:nvGrpSpPr>
        <p:cNvPr id="1" name=""/>
        <p:cNvGrpSpPr/>
        <p:nvPr/>
      </p:nvGrpSpPr>
      <p:grpSpPr>
        <a:xfrm>
          <a:off x="0" y="0"/>
          <a:ext cx="0" cy="0"/>
          <a:chOff x="0" y="0"/>
          <a:chExt cx="0" cy="0"/>
        </a:xfrm>
      </p:grpSpPr>
      <p:sp>
        <p:nvSpPr>
          <p:cNvPr id="4" name="Round Same-side Corner of Rectangle 3">
            <a:extLst>
              <a:ext uri="{FF2B5EF4-FFF2-40B4-BE49-F238E27FC236}">
                <a16:creationId xmlns:a16="http://schemas.microsoft.com/office/drawing/2014/main" id="{96A43ACF-CE67-E291-B726-0EECEE0D8158}"/>
              </a:ext>
            </a:extLst>
          </p:cNvPr>
          <p:cNvSpPr/>
          <p:nvPr/>
        </p:nvSpPr>
        <p:spPr>
          <a:xfrm>
            <a:off x="336303" y="2812890"/>
            <a:ext cx="3819600" cy="616110"/>
          </a:xfrm>
          <a:prstGeom prst="round2SameRect">
            <a:avLst>
              <a:gd name="adj1" fmla="val 13936"/>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13" name="Text Placeholder 8">
            <a:extLst>
              <a:ext uri="{FF2B5EF4-FFF2-40B4-BE49-F238E27FC236}">
                <a16:creationId xmlns:a16="http://schemas.microsoft.com/office/drawing/2014/main" id="{1FE0F98C-66A2-5973-4AB3-C81953D00195}"/>
              </a:ext>
            </a:extLst>
          </p:cNvPr>
          <p:cNvSpPr>
            <a:spLocks noGrp="1"/>
          </p:cNvSpPr>
          <p:nvPr>
            <p:ph type="body" sz="quarter" idx="21" hasCustomPrompt="1"/>
          </p:nvPr>
        </p:nvSpPr>
        <p:spPr>
          <a:xfrm>
            <a:off x="477783" y="2996835"/>
            <a:ext cx="3544163" cy="385781"/>
          </a:xfrm>
          <a:prstGeom prst="rect">
            <a:avLst/>
          </a:prstGeom>
          <a:noFill/>
        </p:spPr>
        <p:txBody>
          <a:bodyPr>
            <a:normAutofit/>
          </a:bodyPr>
          <a:lstStyle>
            <a:lvl1pPr marL="0" indent="0">
              <a:buFont typeface="Wingdings" pitchFamily="2" charset="2"/>
              <a:buNone/>
              <a:defRPr sz="1600">
                <a:solidFill>
                  <a:schemeClr val="bg1"/>
                </a:solidFill>
              </a:defRPr>
            </a:lvl1pPr>
          </a:lstStyle>
          <a:p>
            <a:pPr lvl="0"/>
            <a:r>
              <a:rPr lang="en-GB"/>
              <a:t>Click to add header</a:t>
            </a:r>
          </a:p>
        </p:txBody>
      </p:sp>
      <p:sp>
        <p:nvSpPr>
          <p:cNvPr id="3" name="Rectangle 2">
            <a:extLst>
              <a:ext uri="{FF2B5EF4-FFF2-40B4-BE49-F238E27FC236}">
                <a16:creationId xmlns:a16="http://schemas.microsoft.com/office/drawing/2014/main" id="{B184F7CF-B406-C4D0-39A6-876C594B7AB7}"/>
              </a:ext>
            </a:extLst>
          </p:cNvPr>
          <p:cNvSpPr/>
          <p:nvPr userDrawn="1"/>
        </p:nvSpPr>
        <p:spPr>
          <a:xfrm>
            <a:off x="339467" y="3429000"/>
            <a:ext cx="3816000" cy="3443010"/>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5" name="Text Placeholder 49">
            <a:extLst>
              <a:ext uri="{FF2B5EF4-FFF2-40B4-BE49-F238E27FC236}">
                <a16:creationId xmlns:a16="http://schemas.microsoft.com/office/drawing/2014/main" id="{6289812A-EFC2-E44D-7A23-A7B86263C336}"/>
              </a:ext>
            </a:extLst>
          </p:cNvPr>
          <p:cNvSpPr>
            <a:spLocks noGrp="1"/>
          </p:cNvSpPr>
          <p:nvPr>
            <p:ph type="body" sz="quarter" idx="28" hasCustomPrompt="1"/>
          </p:nvPr>
        </p:nvSpPr>
        <p:spPr>
          <a:xfrm>
            <a:off x="477217" y="3594612"/>
            <a:ext cx="3543723" cy="3011961"/>
          </a:xfrm>
          <a:prstGeom prst="rect">
            <a:avLst/>
          </a:prstGeom>
        </p:spPr>
        <p:txBody>
          <a:bodyPr>
            <a:noAutofit/>
          </a:bodyPr>
          <a:lstStyle>
            <a:lvl1pPr marL="0" indent="-198000">
              <a:lnSpc>
                <a:spcPct val="100000"/>
              </a:lnSpc>
              <a:buSzPct val="100000"/>
              <a:buFont typeface="Wingdings" pitchFamily="2" charset="2"/>
              <a:buChar char="§"/>
              <a:defRPr sz="1600">
                <a:solidFill>
                  <a:schemeClr val="bg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48" name="Round Same-side Corner of Rectangle 47">
            <a:extLst>
              <a:ext uri="{FF2B5EF4-FFF2-40B4-BE49-F238E27FC236}">
                <a16:creationId xmlns:a16="http://schemas.microsoft.com/office/drawing/2014/main" id="{63B9F1D7-8684-CB85-4F90-A5D24CAA549B}"/>
              </a:ext>
            </a:extLst>
          </p:cNvPr>
          <p:cNvSpPr/>
          <p:nvPr userDrawn="1"/>
        </p:nvSpPr>
        <p:spPr>
          <a:xfrm>
            <a:off x="8036099" y="2812890"/>
            <a:ext cx="3819600" cy="616110"/>
          </a:xfrm>
          <a:prstGeom prst="round2SameRect">
            <a:avLst>
              <a:gd name="adj1" fmla="val 13936"/>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49" name="Text Placeholder 8">
            <a:extLst>
              <a:ext uri="{FF2B5EF4-FFF2-40B4-BE49-F238E27FC236}">
                <a16:creationId xmlns:a16="http://schemas.microsoft.com/office/drawing/2014/main" id="{53ABF0A5-211F-C9E3-4121-E1024736ED7C}"/>
              </a:ext>
            </a:extLst>
          </p:cNvPr>
          <p:cNvSpPr>
            <a:spLocks noGrp="1"/>
          </p:cNvSpPr>
          <p:nvPr>
            <p:ph type="body" sz="quarter" idx="29" hasCustomPrompt="1"/>
          </p:nvPr>
        </p:nvSpPr>
        <p:spPr>
          <a:xfrm>
            <a:off x="8177579" y="2996835"/>
            <a:ext cx="3544163" cy="385781"/>
          </a:xfrm>
          <a:prstGeom prst="rect">
            <a:avLst/>
          </a:prstGeom>
          <a:noFill/>
        </p:spPr>
        <p:txBody>
          <a:bodyPr>
            <a:normAutofit/>
          </a:bodyPr>
          <a:lstStyle>
            <a:lvl1pPr marL="0" indent="0">
              <a:buFont typeface="Wingdings" pitchFamily="2" charset="2"/>
              <a:buNone/>
              <a:defRPr sz="1600">
                <a:solidFill>
                  <a:schemeClr val="bg1"/>
                </a:solidFill>
              </a:defRPr>
            </a:lvl1pPr>
          </a:lstStyle>
          <a:p>
            <a:pPr lvl="0"/>
            <a:r>
              <a:rPr lang="en-GB"/>
              <a:t>Click to add header</a:t>
            </a:r>
          </a:p>
        </p:txBody>
      </p:sp>
      <p:sp>
        <p:nvSpPr>
          <p:cNvPr id="50" name="Rectangle 49">
            <a:extLst>
              <a:ext uri="{FF2B5EF4-FFF2-40B4-BE49-F238E27FC236}">
                <a16:creationId xmlns:a16="http://schemas.microsoft.com/office/drawing/2014/main" id="{64CA947C-5332-D396-258A-FBD7B67E4F48}"/>
              </a:ext>
            </a:extLst>
          </p:cNvPr>
          <p:cNvSpPr/>
          <p:nvPr userDrawn="1"/>
        </p:nvSpPr>
        <p:spPr>
          <a:xfrm>
            <a:off x="8039263" y="3429000"/>
            <a:ext cx="3816000" cy="3443010"/>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51" name="Text Placeholder 49">
            <a:extLst>
              <a:ext uri="{FF2B5EF4-FFF2-40B4-BE49-F238E27FC236}">
                <a16:creationId xmlns:a16="http://schemas.microsoft.com/office/drawing/2014/main" id="{EB0AB8AB-D140-C243-AB9E-960A6AE9CB90}"/>
              </a:ext>
            </a:extLst>
          </p:cNvPr>
          <p:cNvSpPr>
            <a:spLocks noGrp="1"/>
          </p:cNvSpPr>
          <p:nvPr>
            <p:ph type="body" sz="quarter" idx="30" hasCustomPrompt="1"/>
          </p:nvPr>
        </p:nvSpPr>
        <p:spPr>
          <a:xfrm>
            <a:off x="8177013" y="3594612"/>
            <a:ext cx="3543723" cy="3011961"/>
          </a:xfrm>
          <a:prstGeom prst="rect">
            <a:avLst/>
          </a:prstGeom>
        </p:spPr>
        <p:txBody>
          <a:bodyPr>
            <a:noAutofit/>
          </a:bodyPr>
          <a:lstStyle>
            <a:lvl1pPr marL="0" indent="-198000">
              <a:lnSpc>
                <a:spcPct val="100000"/>
              </a:lnSpc>
              <a:buSzPct val="100000"/>
              <a:buFont typeface="Wingdings" pitchFamily="2" charset="2"/>
              <a:buChar char="§"/>
              <a:defRPr sz="1600">
                <a:solidFill>
                  <a:schemeClr val="bg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52" name="Round Same-side Corner of Rectangle 51">
            <a:extLst>
              <a:ext uri="{FF2B5EF4-FFF2-40B4-BE49-F238E27FC236}">
                <a16:creationId xmlns:a16="http://schemas.microsoft.com/office/drawing/2014/main" id="{28B2E157-A717-8793-2F4D-EB1F4491306F}"/>
              </a:ext>
            </a:extLst>
          </p:cNvPr>
          <p:cNvSpPr/>
          <p:nvPr userDrawn="1"/>
        </p:nvSpPr>
        <p:spPr>
          <a:xfrm>
            <a:off x="4186200" y="2812890"/>
            <a:ext cx="3819600" cy="616110"/>
          </a:xfrm>
          <a:prstGeom prst="round2SameRect">
            <a:avLst>
              <a:gd name="adj1" fmla="val 13936"/>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GB" sz="1400">
              <a:solidFill>
                <a:schemeClr val="bg1"/>
              </a:solidFill>
            </a:endParaRPr>
          </a:p>
        </p:txBody>
      </p:sp>
      <p:sp>
        <p:nvSpPr>
          <p:cNvPr id="53" name="Text Placeholder 8">
            <a:extLst>
              <a:ext uri="{FF2B5EF4-FFF2-40B4-BE49-F238E27FC236}">
                <a16:creationId xmlns:a16="http://schemas.microsoft.com/office/drawing/2014/main" id="{75988855-3EF1-806F-E63C-E9C092FB0E28}"/>
              </a:ext>
            </a:extLst>
          </p:cNvPr>
          <p:cNvSpPr>
            <a:spLocks noGrp="1"/>
          </p:cNvSpPr>
          <p:nvPr>
            <p:ph type="body" sz="quarter" idx="31" hasCustomPrompt="1"/>
          </p:nvPr>
        </p:nvSpPr>
        <p:spPr>
          <a:xfrm>
            <a:off x="4327680" y="2996835"/>
            <a:ext cx="3544163" cy="385781"/>
          </a:xfrm>
          <a:prstGeom prst="rect">
            <a:avLst/>
          </a:prstGeom>
          <a:noFill/>
        </p:spPr>
        <p:txBody>
          <a:bodyPr>
            <a:normAutofit/>
          </a:bodyPr>
          <a:lstStyle>
            <a:lvl1pPr marL="0" indent="0">
              <a:buFont typeface="Wingdings" pitchFamily="2" charset="2"/>
              <a:buNone/>
              <a:defRPr sz="1600">
                <a:solidFill>
                  <a:schemeClr val="bg1"/>
                </a:solidFill>
              </a:defRPr>
            </a:lvl1pPr>
          </a:lstStyle>
          <a:p>
            <a:pPr lvl="0"/>
            <a:r>
              <a:rPr lang="en-GB"/>
              <a:t>Click to add header</a:t>
            </a:r>
          </a:p>
        </p:txBody>
      </p:sp>
      <p:sp>
        <p:nvSpPr>
          <p:cNvPr id="54" name="Rectangle 53">
            <a:extLst>
              <a:ext uri="{FF2B5EF4-FFF2-40B4-BE49-F238E27FC236}">
                <a16:creationId xmlns:a16="http://schemas.microsoft.com/office/drawing/2014/main" id="{1051D499-E3E2-5AF4-0BA9-22DE12BB796A}"/>
              </a:ext>
            </a:extLst>
          </p:cNvPr>
          <p:cNvSpPr/>
          <p:nvPr userDrawn="1"/>
        </p:nvSpPr>
        <p:spPr>
          <a:xfrm>
            <a:off x="4189364" y="3429000"/>
            <a:ext cx="3816000" cy="3443010"/>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endParaRPr lang="en-SE" sz="1600">
              <a:solidFill>
                <a:schemeClr val="tx1"/>
              </a:solidFill>
            </a:endParaRPr>
          </a:p>
        </p:txBody>
      </p:sp>
      <p:sp>
        <p:nvSpPr>
          <p:cNvPr id="55" name="Text Placeholder 49">
            <a:extLst>
              <a:ext uri="{FF2B5EF4-FFF2-40B4-BE49-F238E27FC236}">
                <a16:creationId xmlns:a16="http://schemas.microsoft.com/office/drawing/2014/main" id="{ED03EB30-9E0D-AC63-5606-BBC27037AD8B}"/>
              </a:ext>
            </a:extLst>
          </p:cNvPr>
          <p:cNvSpPr>
            <a:spLocks noGrp="1"/>
          </p:cNvSpPr>
          <p:nvPr>
            <p:ph type="body" sz="quarter" idx="32" hasCustomPrompt="1"/>
          </p:nvPr>
        </p:nvSpPr>
        <p:spPr>
          <a:xfrm>
            <a:off x="4327114" y="3594612"/>
            <a:ext cx="3543723" cy="3011961"/>
          </a:xfrm>
          <a:prstGeom prst="rect">
            <a:avLst/>
          </a:prstGeom>
        </p:spPr>
        <p:txBody>
          <a:bodyPr>
            <a:noAutofit/>
          </a:bodyPr>
          <a:lstStyle>
            <a:lvl1pPr marL="0" indent="-198000">
              <a:lnSpc>
                <a:spcPct val="100000"/>
              </a:lnSpc>
              <a:buSzPct val="100000"/>
              <a:buFont typeface="Wingdings" pitchFamily="2" charset="2"/>
              <a:buChar char="§"/>
              <a:defRPr sz="1600">
                <a:solidFill>
                  <a:schemeClr val="bg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56" name="Title 1">
            <a:extLst>
              <a:ext uri="{FF2B5EF4-FFF2-40B4-BE49-F238E27FC236}">
                <a16:creationId xmlns:a16="http://schemas.microsoft.com/office/drawing/2014/main" id="{9C409958-64A6-908A-CFC8-426BDF0D5CCB}"/>
              </a:ext>
            </a:extLst>
          </p:cNvPr>
          <p:cNvSpPr>
            <a:spLocks noGrp="1"/>
          </p:cNvSpPr>
          <p:nvPr>
            <p:ph type="title" hasCustomPrompt="1"/>
          </p:nvPr>
        </p:nvSpPr>
        <p:spPr>
          <a:xfrm>
            <a:off x="347870" y="1031462"/>
            <a:ext cx="11499572" cy="1325563"/>
          </a:xfrm>
          <a:prstGeom prst="rect">
            <a:avLst/>
          </a:prstGeom>
        </p:spPr>
        <p:txBody>
          <a:bodyPr anchor="t" anchorCtr="0"/>
          <a:lstStyle>
            <a:lvl1pPr>
              <a:defRPr>
                <a:solidFill>
                  <a:schemeClr val="tx1"/>
                </a:solidFill>
              </a:defRPr>
            </a:lvl1pPr>
          </a:lstStyle>
          <a:p>
            <a:r>
              <a:rPr lang="en-GB"/>
              <a:t>Click to add title</a:t>
            </a:r>
            <a:endParaRPr lang="en-SE"/>
          </a:p>
        </p:txBody>
      </p:sp>
    </p:spTree>
    <p:extLst>
      <p:ext uri="{BB962C8B-B14F-4D97-AF65-F5344CB8AC3E}">
        <p14:creationId xmlns:p14="http://schemas.microsoft.com/office/powerpoint/2010/main" val="101741745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pillars black">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F7623BB-FF73-E88D-A84E-1F26D9A3E09E}"/>
              </a:ext>
            </a:extLst>
          </p:cNvPr>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15" name="Round Same-side Corner of Rectangle 14">
            <a:extLst>
              <a:ext uri="{FF2B5EF4-FFF2-40B4-BE49-F238E27FC236}">
                <a16:creationId xmlns:a16="http://schemas.microsoft.com/office/drawing/2014/main" id="{788155EB-C0C6-73FE-6D4A-478D9B8A609E}"/>
              </a:ext>
            </a:extLst>
          </p:cNvPr>
          <p:cNvSpPr>
            <a:spLocks/>
          </p:cNvSpPr>
          <p:nvPr userDrawn="1"/>
        </p:nvSpPr>
        <p:spPr>
          <a:xfrm>
            <a:off x="336303" y="4938729"/>
            <a:ext cx="11519393" cy="1919271"/>
          </a:xfrm>
          <a:prstGeom prst="round2SameRect">
            <a:avLst>
              <a:gd name="adj1" fmla="val 0"/>
              <a:gd name="adj2" fmla="val 0"/>
            </a:avLst>
          </a:prstGeom>
          <a:solidFill>
            <a:schemeClr val="bg2">
              <a:lumMod val="2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nchorCtr="0"/>
          <a:lstStyle/>
          <a:p>
            <a:pPr>
              <a:spcBef>
                <a:spcPts val="200"/>
              </a:spcBef>
            </a:pPr>
            <a:endParaRPr lang="en-GB" sz="1200">
              <a:solidFill>
                <a:schemeClr val="tx1"/>
              </a:solidFill>
            </a:endParaRPr>
          </a:p>
        </p:txBody>
      </p:sp>
      <p:sp>
        <p:nvSpPr>
          <p:cNvPr id="27" name="Round Same-side Corner of Rectangle 26">
            <a:extLst>
              <a:ext uri="{FF2B5EF4-FFF2-40B4-BE49-F238E27FC236}">
                <a16:creationId xmlns:a16="http://schemas.microsoft.com/office/drawing/2014/main" id="{7BB3D282-D983-7F0D-2016-3616E295E0F5}"/>
              </a:ext>
            </a:extLst>
          </p:cNvPr>
          <p:cNvSpPr>
            <a:spLocks/>
          </p:cNvSpPr>
          <p:nvPr userDrawn="1"/>
        </p:nvSpPr>
        <p:spPr>
          <a:xfrm>
            <a:off x="336303" y="4425936"/>
            <a:ext cx="11519393" cy="512792"/>
          </a:xfrm>
          <a:prstGeom prst="round2SameRect">
            <a:avLst>
              <a:gd name="adj1" fmla="val 7103"/>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US" sz="1100"/>
          </a:p>
        </p:txBody>
      </p:sp>
      <p:sp>
        <p:nvSpPr>
          <p:cNvPr id="29" name="Text Placeholder 8">
            <a:extLst>
              <a:ext uri="{FF2B5EF4-FFF2-40B4-BE49-F238E27FC236}">
                <a16:creationId xmlns:a16="http://schemas.microsoft.com/office/drawing/2014/main" id="{E5B257F3-C402-46A3-658B-951A74591488}"/>
              </a:ext>
            </a:extLst>
          </p:cNvPr>
          <p:cNvSpPr>
            <a:spLocks noGrp="1"/>
          </p:cNvSpPr>
          <p:nvPr>
            <p:ph type="body" sz="quarter" idx="21" hasCustomPrompt="1"/>
          </p:nvPr>
        </p:nvSpPr>
        <p:spPr>
          <a:xfrm>
            <a:off x="414344" y="4552946"/>
            <a:ext cx="2744257" cy="385781"/>
          </a:xfrm>
          <a:prstGeom prst="rect">
            <a:avLst/>
          </a:prstGeom>
          <a:noFill/>
        </p:spPr>
        <p:txBody>
          <a:bodyPr>
            <a:normAutofit/>
          </a:bodyPr>
          <a:lstStyle>
            <a:lvl1pPr marL="0" indent="0">
              <a:buFont typeface="Wingdings" pitchFamily="2" charset="2"/>
              <a:buNone/>
              <a:defRPr sz="1400">
                <a:solidFill>
                  <a:schemeClr val="bg1"/>
                </a:solidFill>
              </a:defRPr>
            </a:lvl1pPr>
          </a:lstStyle>
          <a:p>
            <a:pPr lvl="0"/>
            <a:r>
              <a:rPr lang="en-US"/>
              <a:t>Click to add header</a:t>
            </a:r>
          </a:p>
        </p:txBody>
      </p:sp>
      <p:sp>
        <p:nvSpPr>
          <p:cNvPr id="30" name="Text Placeholder 8">
            <a:extLst>
              <a:ext uri="{FF2B5EF4-FFF2-40B4-BE49-F238E27FC236}">
                <a16:creationId xmlns:a16="http://schemas.microsoft.com/office/drawing/2014/main" id="{351373D4-3DCF-04FD-7360-F8A2C8D41A78}"/>
              </a:ext>
            </a:extLst>
          </p:cNvPr>
          <p:cNvSpPr>
            <a:spLocks noGrp="1"/>
          </p:cNvSpPr>
          <p:nvPr>
            <p:ph type="body" sz="quarter" idx="22" hasCustomPrompt="1"/>
          </p:nvPr>
        </p:nvSpPr>
        <p:spPr>
          <a:xfrm>
            <a:off x="3298720" y="4552946"/>
            <a:ext cx="2744257" cy="385781"/>
          </a:xfrm>
          <a:prstGeom prst="rect">
            <a:avLst/>
          </a:prstGeom>
          <a:noFill/>
        </p:spPr>
        <p:txBody>
          <a:bodyPr>
            <a:normAutofit/>
          </a:bodyPr>
          <a:lstStyle>
            <a:lvl1pPr marL="0" indent="0">
              <a:buFont typeface="Wingdings" pitchFamily="2" charset="2"/>
              <a:buNone/>
              <a:defRPr sz="1400">
                <a:solidFill>
                  <a:schemeClr val="bg1"/>
                </a:solidFill>
              </a:defRPr>
            </a:lvl1pPr>
          </a:lstStyle>
          <a:p>
            <a:pPr lvl="0"/>
            <a:r>
              <a:rPr lang="en-US"/>
              <a:t>Click to add header</a:t>
            </a:r>
          </a:p>
        </p:txBody>
      </p:sp>
      <p:sp>
        <p:nvSpPr>
          <p:cNvPr id="31" name="Text Placeholder 8">
            <a:extLst>
              <a:ext uri="{FF2B5EF4-FFF2-40B4-BE49-F238E27FC236}">
                <a16:creationId xmlns:a16="http://schemas.microsoft.com/office/drawing/2014/main" id="{B0178707-20D3-FAA1-AC41-ABFF03A7A3B1}"/>
              </a:ext>
            </a:extLst>
          </p:cNvPr>
          <p:cNvSpPr>
            <a:spLocks noGrp="1"/>
          </p:cNvSpPr>
          <p:nvPr>
            <p:ph type="body" sz="quarter" idx="23" hasCustomPrompt="1"/>
          </p:nvPr>
        </p:nvSpPr>
        <p:spPr>
          <a:xfrm>
            <a:off x="6166972" y="4552946"/>
            <a:ext cx="2744257" cy="385781"/>
          </a:xfrm>
          <a:prstGeom prst="rect">
            <a:avLst/>
          </a:prstGeom>
          <a:noFill/>
        </p:spPr>
        <p:txBody>
          <a:bodyPr>
            <a:normAutofit/>
          </a:bodyPr>
          <a:lstStyle>
            <a:lvl1pPr marL="0" indent="0">
              <a:buFont typeface="Wingdings" pitchFamily="2" charset="2"/>
              <a:buNone/>
              <a:defRPr sz="1400">
                <a:solidFill>
                  <a:schemeClr val="bg1"/>
                </a:solidFill>
              </a:defRPr>
            </a:lvl1pPr>
          </a:lstStyle>
          <a:p>
            <a:pPr lvl="0"/>
            <a:r>
              <a:rPr lang="en-US"/>
              <a:t>Click to add header</a:t>
            </a:r>
          </a:p>
        </p:txBody>
      </p:sp>
      <p:sp>
        <p:nvSpPr>
          <p:cNvPr id="32" name="Text Placeholder 8">
            <a:extLst>
              <a:ext uri="{FF2B5EF4-FFF2-40B4-BE49-F238E27FC236}">
                <a16:creationId xmlns:a16="http://schemas.microsoft.com/office/drawing/2014/main" id="{0CB8C0E4-78F9-F736-089E-C02B15C5D04F}"/>
              </a:ext>
            </a:extLst>
          </p:cNvPr>
          <p:cNvSpPr>
            <a:spLocks noGrp="1"/>
          </p:cNvSpPr>
          <p:nvPr>
            <p:ph type="body" sz="quarter" idx="24" hasCustomPrompt="1"/>
          </p:nvPr>
        </p:nvSpPr>
        <p:spPr>
          <a:xfrm>
            <a:off x="9032872" y="4552946"/>
            <a:ext cx="2744257" cy="385781"/>
          </a:xfrm>
          <a:prstGeom prst="rect">
            <a:avLst/>
          </a:prstGeom>
          <a:noFill/>
        </p:spPr>
        <p:txBody>
          <a:bodyPr>
            <a:normAutofit/>
          </a:bodyPr>
          <a:lstStyle>
            <a:lvl1pPr marL="0" indent="0">
              <a:buFont typeface="Wingdings" pitchFamily="2" charset="2"/>
              <a:buNone/>
              <a:defRPr sz="1400">
                <a:solidFill>
                  <a:schemeClr val="bg1"/>
                </a:solidFill>
              </a:defRPr>
            </a:lvl1pPr>
          </a:lstStyle>
          <a:p>
            <a:pPr lvl="0"/>
            <a:r>
              <a:rPr lang="en-US"/>
              <a:t>Click to add header</a:t>
            </a:r>
          </a:p>
        </p:txBody>
      </p:sp>
      <p:cxnSp>
        <p:nvCxnSpPr>
          <p:cNvPr id="44" name="Straight Connector 43">
            <a:extLst>
              <a:ext uri="{FF2B5EF4-FFF2-40B4-BE49-F238E27FC236}">
                <a16:creationId xmlns:a16="http://schemas.microsoft.com/office/drawing/2014/main" id="{DA011174-CD34-9FEC-1251-B5D217C69A6D}"/>
              </a:ext>
            </a:extLst>
          </p:cNvPr>
          <p:cNvCxnSpPr>
            <a:cxnSpLocks/>
          </p:cNvCxnSpPr>
          <p:nvPr userDrawn="1"/>
        </p:nvCxnSpPr>
        <p:spPr>
          <a:xfrm>
            <a:off x="8977546" y="4173220"/>
            <a:ext cx="0" cy="268478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0BA3841-D3C3-87D8-F234-60D7C0FAE7AA}"/>
              </a:ext>
            </a:extLst>
          </p:cNvPr>
          <p:cNvCxnSpPr>
            <a:cxnSpLocks/>
          </p:cNvCxnSpPr>
          <p:nvPr userDrawn="1"/>
        </p:nvCxnSpPr>
        <p:spPr>
          <a:xfrm>
            <a:off x="6099395" y="4173220"/>
            <a:ext cx="0" cy="268478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F4BF01B-1B29-2911-27E1-4CBD30E92E38}"/>
              </a:ext>
            </a:extLst>
          </p:cNvPr>
          <p:cNvCxnSpPr>
            <a:cxnSpLocks/>
          </p:cNvCxnSpPr>
          <p:nvPr userDrawn="1"/>
        </p:nvCxnSpPr>
        <p:spPr>
          <a:xfrm>
            <a:off x="3221244" y="4173220"/>
            <a:ext cx="0" cy="268478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 name="Text Placeholder 45">
            <a:extLst>
              <a:ext uri="{FF2B5EF4-FFF2-40B4-BE49-F238E27FC236}">
                <a16:creationId xmlns:a16="http://schemas.microsoft.com/office/drawing/2014/main" id="{869147FF-D4E4-64FF-F520-F40179872CB0}"/>
              </a:ext>
            </a:extLst>
          </p:cNvPr>
          <p:cNvSpPr>
            <a:spLocks noGrp="1"/>
          </p:cNvSpPr>
          <p:nvPr>
            <p:ph type="body" sz="quarter" idx="32" hasCustomPrompt="1"/>
          </p:nvPr>
        </p:nvSpPr>
        <p:spPr>
          <a:xfrm>
            <a:off x="339467" y="2403457"/>
            <a:ext cx="5759928" cy="1769763"/>
          </a:xfrm>
          <a:prstGeom prst="rect">
            <a:avLst/>
          </a:prstGeom>
        </p:spPr>
        <p:txBody>
          <a:bodyPr/>
          <a:lstStyle>
            <a:lvl1pPr marL="0" indent="0">
              <a:buNone/>
              <a:defRPr/>
            </a:lvl1pPr>
          </a:lstStyle>
          <a:p>
            <a:pPr lvl="0"/>
            <a:r>
              <a:rPr lang="en-GB"/>
              <a:t>Click to add text</a:t>
            </a:r>
          </a:p>
        </p:txBody>
      </p:sp>
      <p:sp>
        <p:nvSpPr>
          <p:cNvPr id="3" name="Text Placeholder 49">
            <a:extLst>
              <a:ext uri="{FF2B5EF4-FFF2-40B4-BE49-F238E27FC236}">
                <a16:creationId xmlns:a16="http://schemas.microsoft.com/office/drawing/2014/main" id="{DD7268D1-BB0B-0701-A02B-8905594494A6}"/>
              </a:ext>
            </a:extLst>
          </p:cNvPr>
          <p:cNvSpPr>
            <a:spLocks noGrp="1"/>
          </p:cNvSpPr>
          <p:nvPr>
            <p:ph type="body" sz="quarter" idx="25" hasCustomPrompt="1"/>
          </p:nvPr>
        </p:nvSpPr>
        <p:spPr>
          <a:xfrm>
            <a:off x="3323888" y="5176707"/>
            <a:ext cx="2714400" cy="1319213"/>
          </a:xfrm>
          <a:prstGeom prst="rect">
            <a:avLst/>
          </a:prstGeom>
        </p:spPr>
        <p:txBody>
          <a:bodyPr>
            <a:noAutofit/>
          </a:bodyPr>
          <a:lstStyle>
            <a:lvl1pPr marL="0" indent="-198000">
              <a:lnSpc>
                <a:spcPts val="640"/>
              </a:lnSpc>
              <a:buSzPct val="100000"/>
              <a:buFont typeface="Wingdings" pitchFamily="2" charset="2"/>
              <a:buChar char="§"/>
              <a:defRPr sz="1200">
                <a:solidFill>
                  <a:schemeClr val="bg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5" name="Text Placeholder 49">
            <a:extLst>
              <a:ext uri="{FF2B5EF4-FFF2-40B4-BE49-F238E27FC236}">
                <a16:creationId xmlns:a16="http://schemas.microsoft.com/office/drawing/2014/main" id="{4C8BF8DC-2716-90D7-D8E4-3147A2CC18B2}"/>
              </a:ext>
            </a:extLst>
          </p:cNvPr>
          <p:cNvSpPr>
            <a:spLocks noGrp="1"/>
          </p:cNvSpPr>
          <p:nvPr>
            <p:ph type="body" sz="quarter" idx="26" hasCustomPrompt="1"/>
          </p:nvPr>
        </p:nvSpPr>
        <p:spPr>
          <a:xfrm>
            <a:off x="6184580" y="5176707"/>
            <a:ext cx="2714400" cy="1319213"/>
          </a:xfrm>
          <a:prstGeom prst="rect">
            <a:avLst/>
          </a:prstGeom>
        </p:spPr>
        <p:txBody>
          <a:bodyPr>
            <a:noAutofit/>
          </a:bodyPr>
          <a:lstStyle>
            <a:lvl1pPr marL="0" indent="-198000">
              <a:lnSpc>
                <a:spcPts val="640"/>
              </a:lnSpc>
              <a:buSzPct val="100000"/>
              <a:buFont typeface="Wingdings" pitchFamily="2" charset="2"/>
              <a:buChar char="§"/>
              <a:defRPr sz="1200">
                <a:solidFill>
                  <a:schemeClr val="bg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6" name="Text Placeholder 49">
            <a:extLst>
              <a:ext uri="{FF2B5EF4-FFF2-40B4-BE49-F238E27FC236}">
                <a16:creationId xmlns:a16="http://schemas.microsoft.com/office/drawing/2014/main" id="{5A8A4C06-40FE-1415-5594-06681748188E}"/>
              </a:ext>
            </a:extLst>
          </p:cNvPr>
          <p:cNvSpPr>
            <a:spLocks noGrp="1"/>
          </p:cNvSpPr>
          <p:nvPr>
            <p:ph type="body" sz="quarter" idx="27" hasCustomPrompt="1"/>
          </p:nvPr>
        </p:nvSpPr>
        <p:spPr>
          <a:xfrm>
            <a:off x="9044233" y="5176707"/>
            <a:ext cx="2714400" cy="1319213"/>
          </a:xfrm>
          <a:prstGeom prst="rect">
            <a:avLst/>
          </a:prstGeom>
        </p:spPr>
        <p:txBody>
          <a:bodyPr>
            <a:noAutofit/>
          </a:bodyPr>
          <a:lstStyle>
            <a:lvl1pPr marL="0" indent="-198000">
              <a:lnSpc>
                <a:spcPts val="640"/>
              </a:lnSpc>
              <a:buSzPct val="100000"/>
              <a:buFont typeface="Wingdings" pitchFamily="2" charset="2"/>
              <a:buChar char="§"/>
              <a:defRPr sz="1200">
                <a:solidFill>
                  <a:schemeClr val="bg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7" name="Text Placeholder 49">
            <a:extLst>
              <a:ext uri="{FF2B5EF4-FFF2-40B4-BE49-F238E27FC236}">
                <a16:creationId xmlns:a16="http://schemas.microsoft.com/office/drawing/2014/main" id="{B7E2B002-95B1-D78A-15BA-777783359612}"/>
              </a:ext>
            </a:extLst>
          </p:cNvPr>
          <p:cNvSpPr>
            <a:spLocks noGrp="1"/>
          </p:cNvSpPr>
          <p:nvPr>
            <p:ph type="body" sz="quarter" idx="28" hasCustomPrompt="1"/>
          </p:nvPr>
        </p:nvSpPr>
        <p:spPr>
          <a:xfrm>
            <a:off x="438456" y="5176707"/>
            <a:ext cx="2714400" cy="1319213"/>
          </a:xfrm>
          <a:prstGeom prst="rect">
            <a:avLst/>
          </a:prstGeom>
        </p:spPr>
        <p:txBody>
          <a:bodyPr>
            <a:noAutofit/>
          </a:bodyPr>
          <a:lstStyle>
            <a:lvl1pPr marL="0" indent="-198000">
              <a:lnSpc>
                <a:spcPts val="640"/>
              </a:lnSpc>
              <a:buSzPct val="100000"/>
              <a:buFont typeface="Wingdings" pitchFamily="2" charset="2"/>
              <a:buChar char="§"/>
              <a:defRPr sz="1200">
                <a:solidFill>
                  <a:schemeClr val="bg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8" name="Title 1">
            <a:extLst>
              <a:ext uri="{FF2B5EF4-FFF2-40B4-BE49-F238E27FC236}">
                <a16:creationId xmlns:a16="http://schemas.microsoft.com/office/drawing/2014/main" id="{16C4BCF0-760E-FE81-E5C3-56A78FB3D062}"/>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9" name="Text Placeholder 14">
            <a:extLst>
              <a:ext uri="{FF2B5EF4-FFF2-40B4-BE49-F238E27FC236}">
                <a16:creationId xmlns:a16="http://schemas.microsoft.com/office/drawing/2014/main" id="{B57D4EA7-4F19-8381-9E0B-8AD69B3AAE35}"/>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23680161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our pillars gradient">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1F7623BB-FF73-E88D-A84E-1F26D9A3E09E}"/>
              </a:ext>
            </a:extLst>
          </p:cNvPr>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15" name="Round Same-side Corner of Rectangle 14">
            <a:extLst>
              <a:ext uri="{FF2B5EF4-FFF2-40B4-BE49-F238E27FC236}">
                <a16:creationId xmlns:a16="http://schemas.microsoft.com/office/drawing/2014/main" id="{788155EB-C0C6-73FE-6D4A-478D9B8A609E}"/>
              </a:ext>
            </a:extLst>
          </p:cNvPr>
          <p:cNvSpPr>
            <a:spLocks/>
          </p:cNvSpPr>
          <p:nvPr userDrawn="1"/>
        </p:nvSpPr>
        <p:spPr>
          <a:xfrm>
            <a:off x="336303" y="4938729"/>
            <a:ext cx="11519393" cy="1919271"/>
          </a:xfrm>
          <a:prstGeom prst="round2SameRect">
            <a:avLst>
              <a:gd name="adj1" fmla="val 0"/>
              <a:gd name="adj2" fmla="val 0"/>
            </a:avLst>
          </a:prstGeom>
          <a:solidFill>
            <a:schemeClr val="bg2"/>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t" anchorCtr="0"/>
          <a:lstStyle/>
          <a:p>
            <a:pPr>
              <a:spcBef>
                <a:spcPts val="200"/>
              </a:spcBef>
            </a:pPr>
            <a:endParaRPr lang="en-GB" sz="1200">
              <a:solidFill>
                <a:schemeClr val="tx1"/>
              </a:solidFill>
            </a:endParaRPr>
          </a:p>
        </p:txBody>
      </p:sp>
      <p:sp>
        <p:nvSpPr>
          <p:cNvPr id="27" name="Round Same-side Corner of Rectangle 26">
            <a:extLst>
              <a:ext uri="{FF2B5EF4-FFF2-40B4-BE49-F238E27FC236}">
                <a16:creationId xmlns:a16="http://schemas.microsoft.com/office/drawing/2014/main" id="{7BB3D282-D983-7F0D-2016-3616E295E0F5}"/>
              </a:ext>
            </a:extLst>
          </p:cNvPr>
          <p:cNvSpPr>
            <a:spLocks/>
          </p:cNvSpPr>
          <p:nvPr userDrawn="1"/>
        </p:nvSpPr>
        <p:spPr>
          <a:xfrm>
            <a:off x="336303" y="4425936"/>
            <a:ext cx="11519393" cy="512792"/>
          </a:xfrm>
          <a:prstGeom prst="round2SameRect">
            <a:avLst>
              <a:gd name="adj1" fmla="val 7103"/>
              <a:gd name="adj2" fmla="val 0"/>
            </a:avLst>
          </a:prstGeom>
          <a:gradFill>
            <a:gsLst>
              <a:gs pos="0">
                <a:srgbClr val="FF8585"/>
              </a:gs>
              <a:gs pos="100000">
                <a:srgbClr val="FFD4D4"/>
              </a:gs>
            </a:gsLst>
            <a:lin ang="0" scaled="1"/>
          </a:gradFill>
          <a:ln w="12700">
            <a:noFill/>
          </a:ln>
        </p:spPr>
        <p:style>
          <a:lnRef idx="2">
            <a:schemeClr val="accent1">
              <a:shade val="15000"/>
            </a:schemeClr>
          </a:lnRef>
          <a:fillRef idx="1">
            <a:schemeClr val="accent1"/>
          </a:fillRef>
          <a:effectRef idx="0">
            <a:schemeClr val="accent1"/>
          </a:effectRef>
          <a:fontRef idx="minor">
            <a:schemeClr val="lt1"/>
          </a:fontRef>
        </p:style>
        <p:txBody>
          <a:bodyPr wrap="square" tIns="46800" rtlCol="0" anchor="ctr" anchorCtr="0">
            <a:noAutofit/>
          </a:bodyPr>
          <a:lstStyle/>
          <a:p>
            <a:endParaRPr lang="en-US" sz="1100"/>
          </a:p>
        </p:txBody>
      </p:sp>
      <p:sp>
        <p:nvSpPr>
          <p:cNvPr id="29" name="Text Placeholder 8">
            <a:extLst>
              <a:ext uri="{FF2B5EF4-FFF2-40B4-BE49-F238E27FC236}">
                <a16:creationId xmlns:a16="http://schemas.microsoft.com/office/drawing/2014/main" id="{E5B257F3-C402-46A3-658B-951A74591488}"/>
              </a:ext>
            </a:extLst>
          </p:cNvPr>
          <p:cNvSpPr>
            <a:spLocks noGrp="1"/>
          </p:cNvSpPr>
          <p:nvPr>
            <p:ph type="body" sz="quarter" idx="21" hasCustomPrompt="1"/>
          </p:nvPr>
        </p:nvSpPr>
        <p:spPr>
          <a:xfrm>
            <a:off x="414344" y="4552946"/>
            <a:ext cx="2744257" cy="385781"/>
          </a:xfrm>
          <a:prstGeom prst="rect">
            <a:avLst/>
          </a:prstGeom>
          <a:noFill/>
        </p:spPr>
        <p:txBody>
          <a:bodyPr>
            <a:normAutofit/>
          </a:bodyPr>
          <a:lstStyle>
            <a:lvl1pPr marL="0" indent="0">
              <a:buFont typeface="Wingdings" pitchFamily="2" charset="2"/>
              <a:buNone/>
              <a:defRPr sz="1400">
                <a:solidFill>
                  <a:schemeClr val="tx1"/>
                </a:solidFill>
              </a:defRPr>
            </a:lvl1pPr>
          </a:lstStyle>
          <a:p>
            <a:pPr lvl="0"/>
            <a:r>
              <a:rPr lang="en-US"/>
              <a:t>Click to add header</a:t>
            </a:r>
          </a:p>
        </p:txBody>
      </p:sp>
      <p:sp>
        <p:nvSpPr>
          <p:cNvPr id="30" name="Text Placeholder 8">
            <a:extLst>
              <a:ext uri="{FF2B5EF4-FFF2-40B4-BE49-F238E27FC236}">
                <a16:creationId xmlns:a16="http://schemas.microsoft.com/office/drawing/2014/main" id="{351373D4-3DCF-04FD-7360-F8A2C8D41A78}"/>
              </a:ext>
            </a:extLst>
          </p:cNvPr>
          <p:cNvSpPr>
            <a:spLocks noGrp="1"/>
          </p:cNvSpPr>
          <p:nvPr>
            <p:ph type="body" sz="quarter" idx="22" hasCustomPrompt="1"/>
          </p:nvPr>
        </p:nvSpPr>
        <p:spPr>
          <a:xfrm>
            <a:off x="3298720" y="4552946"/>
            <a:ext cx="2744257" cy="385781"/>
          </a:xfrm>
          <a:prstGeom prst="rect">
            <a:avLst/>
          </a:prstGeom>
          <a:noFill/>
        </p:spPr>
        <p:txBody>
          <a:bodyPr>
            <a:normAutofit/>
          </a:bodyPr>
          <a:lstStyle>
            <a:lvl1pPr marL="0" indent="0">
              <a:buFont typeface="Wingdings" pitchFamily="2" charset="2"/>
              <a:buNone/>
              <a:defRPr sz="1400">
                <a:solidFill>
                  <a:schemeClr val="tx1"/>
                </a:solidFill>
              </a:defRPr>
            </a:lvl1pPr>
          </a:lstStyle>
          <a:p>
            <a:pPr lvl="0"/>
            <a:r>
              <a:rPr lang="en-US"/>
              <a:t>Click to add header</a:t>
            </a:r>
          </a:p>
        </p:txBody>
      </p:sp>
      <p:sp>
        <p:nvSpPr>
          <p:cNvPr id="31" name="Text Placeholder 8">
            <a:extLst>
              <a:ext uri="{FF2B5EF4-FFF2-40B4-BE49-F238E27FC236}">
                <a16:creationId xmlns:a16="http://schemas.microsoft.com/office/drawing/2014/main" id="{B0178707-20D3-FAA1-AC41-ABFF03A7A3B1}"/>
              </a:ext>
            </a:extLst>
          </p:cNvPr>
          <p:cNvSpPr>
            <a:spLocks noGrp="1"/>
          </p:cNvSpPr>
          <p:nvPr>
            <p:ph type="body" sz="quarter" idx="23" hasCustomPrompt="1"/>
          </p:nvPr>
        </p:nvSpPr>
        <p:spPr>
          <a:xfrm>
            <a:off x="6166972" y="4552946"/>
            <a:ext cx="2744257" cy="385781"/>
          </a:xfrm>
          <a:prstGeom prst="rect">
            <a:avLst/>
          </a:prstGeom>
          <a:noFill/>
        </p:spPr>
        <p:txBody>
          <a:bodyPr>
            <a:normAutofit/>
          </a:bodyPr>
          <a:lstStyle>
            <a:lvl1pPr marL="0" indent="0">
              <a:buFont typeface="Wingdings" pitchFamily="2" charset="2"/>
              <a:buNone/>
              <a:defRPr sz="1400">
                <a:solidFill>
                  <a:schemeClr val="tx1"/>
                </a:solidFill>
              </a:defRPr>
            </a:lvl1pPr>
          </a:lstStyle>
          <a:p>
            <a:pPr lvl="0"/>
            <a:r>
              <a:rPr lang="en-US"/>
              <a:t>Click to add header</a:t>
            </a:r>
          </a:p>
        </p:txBody>
      </p:sp>
      <p:sp>
        <p:nvSpPr>
          <p:cNvPr id="32" name="Text Placeholder 8">
            <a:extLst>
              <a:ext uri="{FF2B5EF4-FFF2-40B4-BE49-F238E27FC236}">
                <a16:creationId xmlns:a16="http://schemas.microsoft.com/office/drawing/2014/main" id="{0CB8C0E4-78F9-F736-089E-C02B15C5D04F}"/>
              </a:ext>
            </a:extLst>
          </p:cNvPr>
          <p:cNvSpPr>
            <a:spLocks noGrp="1"/>
          </p:cNvSpPr>
          <p:nvPr>
            <p:ph type="body" sz="quarter" idx="24" hasCustomPrompt="1"/>
          </p:nvPr>
        </p:nvSpPr>
        <p:spPr>
          <a:xfrm>
            <a:off x="9032872" y="4552946"/>
            <a:ext cx="2744257" cy="385781"/>
          </a:xfrm>
          <a:prstGeom prst="rect">
            <a:avLst/>
          </a:prstGeom>
          <a:noFill/>
        </p:spPr>
        <p:txBody>
          <a:bodyPr>
            <a:normAutofit/>
          </a:bodyPr>
          <a:lstStyle>
            <a:lvl1pPr marL="0" indent="0">
              <a:buFont typeface="Wingdings" pitchFamily="2" charset="2"/>
              <a:buNone/>
              <a:defRPr sz="1400">
                <a:solidFill>
                  <a:schemeClr val="tx1"/>
                </a:solidFill>
              </a:defRPr>
            </a:lvl1pPr>
          </a:lstStyle>
          <a:p>
            <a:pPr lvl="0"/>
            <a:r>
              <a:rPr lang="en-US"/>
              <a:t>Click to add header</a:t>
            </a:r>
          </a:p>
        </p:txBody>
      </p:sp>
      <p:cxnSp>
        <p:nvCxnSpPr>
          <p:cNvPr id="44" name="Straight Connector 43">
            <a:extLst>
              <a:ext uri="{FF2B5EF4-FFF2-40B4-BE49-F238E27FC236}">
                <a16:creationId xmlns:a16="http://schemas.microsoft.com/office/drawing/2014/main" id="{DA011174-CD34-9FEC-1251-B5D217C69A6D}"/>
              </a:ext>
            </a:extLst>
          </p:cNvPr>
          <p:cNvCxnSpPr>
            <a:cxnSpLocks/>
          </p:cNvCxnSpPr>
          <p:nvPr userDrawn="1"/>
        </p:nvCxnSpPr>
        <p:spPr>
          <a:xfrm>
            <a:off x="8977546" y="4173220"/>
            <a:ext cx="0" cy="268478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0BA3841-D3C3-87D8-F234-60D7C0FAE7AA}"/>
              </a:ext>
            </a:extLst>
          </p:cNvPr>
          <p:cNvCxnSpPr>
            <a:cxnSpLocks/>
          </p:cNvCxnSpPr>
          <p:nvPr userDrawn="1"/>
        </p:nvCxnSpPr>
        <p:spPr>
          <a:xfrm>
            <a:off x="6099395" y="4173220"/>
            <a:ext cx="0" cy="268478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7F4BF01B-1B29-2911-27E1-4CBD30E92E38}"/>
              </a:ext>
            </a:extLst>
          </p:cNvPr>
          <p:cNvCxnSpPr>
            <a:cxnSpLocks/>
          </p:cNvCxnSpPr>
          <p:nvPr userDrawn="1"/>
        </p:nvCxnSpPr>
        <p:spPr>
          <a:xfrm>
            <a:off x="3221244" y="4173220"/>
            <a:ext cx="0" cy="268478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4" name="Text Placeholder 45">
            <a:extLst>
              <a:ext uri="{FF2B5EF4-FFF2-40B4-BE49-F238E27FC236}">
                <a16:creationId xmlns:a16="http://schemas.microsoft.com/office/drawing/2014/main" id="{869147FF-D4E4-64FF-F520-F40179872CB0}"/>
              </a:ext>
            </a:extLst>
          </p:cNvPr>
          <p:cNvSpPr>
            <a:spLocks noGrp="1"/>
          </p:cNvSpPr>
          <p:nvPr>
            <p:ph type="body" sz="quarter" idx="32" hasCustomPrompt="1"/>
          </p:nvPr>
        </p:nvSpPr>
        <p:spPr>
          <a:xfrm>
            <a:off x="339467" y="2403457"/>
            <a:ext cx="5759928" cy="1769763"/>
          </a:xfrm>
          <a:prstGeom prst="rect">
            <a:avLst/>
          </a:prstGeom>
        </p:spPr>
        <p:txBody>
          <a:bodyPr/>
          <a:lstStyle>
            <a:lvl1pPr marL="0" indent="0">
              <a:buNone/>
              <a:defRPr/>
            </a:lvl1pPr>
          </a:lstStyle>
          <a:p>
            <a:pPr lvl="0"/>
            <a:r>
              <a:rPr lang="en-GB"/>
              <a:t>Click to add text</a:t>
            </a:r>
          </a:p>
        </p:txBody>
      </p:sp>
      <p:sp>
        <p:nvSpPr>
          <p:cNvPr id="3" name="Text Placeholder 49">
            <a:extLst>
              <a:ext uri="{FF2B5EF4-FFF2-40B4-BE49-F238E27FC236}">
                <a16:creationId xmlns:a16="http://schemas.microsoft.com/office/drawing/2014/main" id="{DD7268D1-BB0B-0701-A02B-8905594494A6}"/>
              </a:ext>
            </a:extLst>
          </p:cNvPr>
          <p:cNvSpPr>
            <a:spLocks noGrp="1"/>
          </p:cNvSpPr>
          <p:nvPr>
            <p:ph type="body" sz="quarter" idx="25" hasCustomPrompt="1"/>
          </p:nvPr>
        </p:nvSpPr>
        <p:spPr>
          <a:xfrm>
            <a:off x="3323888" y="5176707"/>
            <a:ext cx="2714400" cy="1319213"/>
          </a:xfrm>
          <a:prstGeom prst="rect">
            <a:avLst/>
          </a:prstGeom>
        </p:spPr>
        <p:txBody>
          <a:bodyPr>
            <a:noAutofit/>
          </a:bodyPr>
          <a:lstStyle>
            <a:lvl1pPr marL="0" indent="-198000">
              <a:lnSpc>
                <a:spcPts val="640"/>
              </a:lnSpc>
              <a:buSzPct val="100000"/>
              <a:buFont typeface="Wingdings" pitchFamily="2" charset="2"/>
              <a:buChar char="§"/>
              <a:defRPr sz="1200">
                <a:solidFill>
                  <a:schemeClr val="tx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5" name="Text Placeholder 49">
            <a:extLst>
              <a:ext uri="{FF2B5EF4-FFF2-40B4-BE49-F238E27FC236}">
                <a16:creationId xmlns:a16="http://schemas.microsoft.com/office/drawing/2014/main" id="{4C8BF8DC-2716-90D7-D8E4-3147A2CC18B2}"/>
              </a:ext>
            </a:extLst>
          </p:cNvPr>
          <p:cNvSpPr>
            <a:spLocks noGrp="1"/>
          </p:cNvSpPr>
          <p:nvPr>
            <p:ph type="body" sz="quarter" idx="26" hasCustomPrompt="1"/>
          </p:nvPr>
        </p:nvSpPr>
        <p:spPr>
          <a:xfrm>
            <a:off x="6184580" y="5176707"/>
            <a:ext cx="2714400" cy="1319213"/>
          </a:xfrm>
          <a:prstGeom prst="rect">
            <a:avLst/>
          </a:prstGeom>
        </p:spPr>
        <p:txBody>
          <a:bodyPr>
            <a:noAutofit/>
          </a:bodyPr>
          <a:lstStyle>
            <a:lvl1pPr marL="0" indent="-198000">
              <a:lnSpc>
                <a:spcPts val="640"/>
              </a:lnSpc>
              <a:buSzPct val="100000"/>
              <a:buFont typeface="Wingdings" pitchFamily="2" charset="2"/>
              <a:buChar char="§"/>
              <a:defRPr sz="1200">
                <a:solidFill>
                  <a:schemeClr val="tx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6" name="Text Placeholder 49">
            <a:extLst>
              <a:ext uri="{FF2B5EF4-FFF2-40B4-BE49-F238E27FC236}">
                <a16:creationId xmlns:a16="http://schemas.microsoft.com/office/drawing/2014/main" id="{5A8A4C06-40FE-1415-5594-06681748188E}"/>
              </a:ext>
            </a:extLst>
          </p:cNvPr>
          <p:cNvSpPr>
            <a:spLocks noGrp="1"/>
          </p:cNvSpPr>
          <p:nvPr>
            <p:ph type="body" sz="quarter" idx="27" hasCustomPrompt="1"/>
          </p:nvPr>
        </p:nvSpPr>
        <p:spPr>
          <a:xfrm>
            <a:off x="9044233" y="5176707"/>
            <a:ext cx="2714400" cy="1319213"/>
          </a:xfrm>
          <a:prstGeom prst="rect">
            <a:avLst/>
          </a:prstGeom>
        </p:spPr>
        <p:txBody>
          <a:bodyPr>
            <a:noAutofit/>
          </a:bodyPr>
          <a:lstStyle>
            <a:lvl1pPr marL="0" indent="-198000">
              <a:lnSpc>
                <a:spcPts val="640"/>
              </a:lnSpc>
              <a:buSzPct val="100000"/>
              <a:buFont typeface="Wingdings" pitchFamily="2" charset="2"/>
              <a:buChar char="§"/>
              <a:defRPr sz="1200">
                <a:solidFill>
                  <a:schemeClr val="tx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7" name="Text Placeholder 49">
            <a:extLst>
              <a:ext uri="{FF2B5EF4-FFF2-40B4-BE49-F238E27FC236}">
                <a16:creationId xmlns:a16="http://schemas.microsoft.com/office/drawing/2014/main" id="{B7E2B002-95B1-D78A-15BA-777783359612}"/>
              </a:ext>
            </a:extLst>
          </p:cNvPr>
          <p:cNvSpPr>
            <a:spLocks noGrp="1"/>
          </p:cNvSpPr>
          <p:nvPr>
            <p:ph type="body" sz="quarter" idx="28" hasCustomPrompt="1"/>
          </p:nvPr>
        </p:nvSpPr>
        <p:spPr>
          <a:xfrm>
            <a:off x="438456" y="5176707"/>
            <a:ext cx="2714400" cy="1319213"/>
          </a:xfrm>
          <a:prstGeom prst="rect">
            <a:avLst/>
          </a:prstGeom>
        </p:spPr>
        <p:txBody>
          <a:bodyPr>
            <a:noAutofit/>
          </a:bodyPr>
          <a:lstStyle>
            <a:lvl1pPr marL="0" indent="-198000">
              <a:lnSpc>
                <a:spcPts val="640"/>
              </a:lnSpc>
              <a:buSzPct val="100000"/>
              <a:buFont typeface="Wingdings" pitchFamily="2" charset="2"/>
              <a:buChar char="§"/>
              <a:defRPr sz="1200">
                <a:solidFill>
                  <a:schemeClr val="tx1"/>
                </a:solidFill>
              </a:defRPr>
            </a:lvl1pPr>
            <a:lvl2pPr>
              <a:defRPr sz="1200"/>
            </a:lvl2pPr>
            <a:lvl3pPr>
              <a:defRPr sz="1200"/>
            </a:lvl3pPr>
            <a:lvl4pPr>
              <a:defRPr sz="1200"/>
            </a:lvl4pPr>
            <a:lvl5pPr>
              <a:defRPr sz="1200"/>
            </a:lvl5pPr>
          </a:lstStyle>
          <a:p>
            <a:pPr lvl="0"/>
            <a:r>
              <a:rPr lang="en-GB"/>
              <a:t>Second level</a:t>
            </a:r>
          </a:p>
          <a:p>
            <a:pPr lvl="0"/>
            <a:r>
              <a:rPr lang="en-GB"/>
              <a:t>Second level</a:t>
            </a:r>
          </a:p>
        </p:txBody>
      </p:sp>
      <p:sp>
        <p:nvSpPr>
          <p:cNvPr id="8" name="Title 1">
            <a:extLst>
              <a:ext uri="{FF2B5EF4-FFF2-40B4-BE49-F238E27FC236}">
                <a16:creationId xmlns:a16="http://schemas.microsoft.com/office/drawing/2014/main" id="{16C4BCF0-760E-FE81-E5C3-56A78FB3D062}"/>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9" name="Text Placeholder 14">
            <a:extLst>
              <a:ext uri="{FF2B5EF4-FFF2-40B4-BE49-F238E27FC236}">
                <a16:creationId xmlns:a16="http://schemas.microsoft.com/office/drawing/2014/main" id="{B57D4EA7-4F19-8381-9E0B-8AD69B3AAE35}"/>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29906423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ive stages_01">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0FD70995-6647-A1E8-2B2A-54F1C87DD944}"/>
              </a:ext>
            </a:extLst>
          </p:cNvPr>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grpSp>
        <p:nvGrpSpPr>
          <p:cNvPr id="2" name="Group 1">
            <a:extLst>
              <a:ext uri="{FF2B5EF4-FFF2-40B4-BE49-F238E27FC236}">
                <a16:creationId xmlns:a16="http://schemas.microsoft.com/office/drawing/2014/main" id="{B1D674D4-C55B-8200-FD13-C1212E50BD3C}"/>
              </a:ext>
            </a:extLst>
          </p:cNvPr>
          <p:cNvGrpSpPr>
            <a:grpSpLocks noGrp="1" noUngrp="1" noRot="1" noMove="1" noResize="1"/>
          </p:cNvGrpSpPr>
          <p:nvPr userDrawn="1"/>
        </p:nvGrpSpPr>
        <p:grpSpPr>
          <a:xfrm>
            <a:off x="-4468" y="5173887"/>
            <a:ext cx="2436363" cy="1684113"/>
            <a:chOff x="-4468" y="4973709"/>
            <a:chExt cx="2436841" cy="1884291"/>
          </a:xfrm>
        </p:grpSpPr>
        <p:sp>
          <p:nvSpPr>
            <p:cNvPr id="3" name="Round Same-side Corner of Rectangle 2">
              <a:extLst>
                <a:ext uri="{FF2B5EF4-FFF2-40B4-BE49-F238E27FC236}">
                  <a16:creationId xmlns:a16="http://schemas.microsoft.com/office/drawing/2014/main" id="{67F00B82-8457-2C4C-4506-9641F10CD53D}"/>
                </a:ext>
              </a:extLst>
            </p:cNvPr>
            <p:cNvSpPr>
              <a:spLocks noGrp="1" noRot="1" noMove="1" noResize="1" noEditPoints="1" noAdjustHandles="1" noChangeArrowheads="1" noChangeShapeType="1"/>
            </p:cNvSpPr>
            <p:nvPr/>
          </p:nvSpPr>
          <p:spPr>
            <a:xfrm>
              <a:off x="2373" y="4973709"/>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sp>
          <p:nvSpPr>
            <p:cNvPr id="4" name="Round Same-side Corner of Rectangle 3">
              <a:extLst>
                <a:ext uri="{FF2B5EF4-FFF2-40B4-BE49-F238E27FC236}">
                  <a16:creationId xmlns:a16="http://schemas.microsoft.com/office/drawing/2014/main" id="{6A96F398-B6F8-9B6D-2B50-CEFCC9AEF1FA}"/>
                </a:ext>
              </a:extLst>
            </p:cNvPr>
            <p:cNvSpPr>
              <a:spLocks noGrp="1" noRot="1" noMove="1" noResize="1" noEditPoints="1" noAdjustHandles="1" noChangeArrowheads="1" noChangeShapeType="1"/>
            </p:cNvSpPr>
            <p:nvPr/>
          </p:nvSpPr>
          <p:spPr>
            <a:xfrm>
              <a:off x="-4468" y="5630119"/>
              <a:ext cx="2433600" cy="1227881"/>
            </a:xfrm>
            <a:prstGeom prst="round2SameRect">
              <a:avLst>
                <a:gd name="adj1" fmla="val 0"/>
                <a:gd name="adj2" fmla="val 0"/>
              </a:avLst>
            </a:prstGeom>
            <a:solidFill>
              <a:schemeClr val="accent1">
                <a:alpha val="2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SE" sz="1200" strike="sngStrike">
                <a:solidFill>
                  <a:schemeClr val="tx1"/>
                </a:solidFill>
              </a:endParaRPr>
            </a:p>
            <a:p>
              <a:endParaRPr lang="en-GB" sz="1200">
                <a:solidFill>
                  <a:schemeClr val="tx1"/>
                </a:solidFill>
              </a:endParaRPr>
            </a:p>
          </p:txBody>
        </p:sp>
      </p:grpSp>
      <p:grpSp>
        <p:nvGrpSpPr>
          <p:cNvPr id="5" name="Group 4">
            <a:extLst>
              <a:ext uri="{FF2B5EF4-FFF2-40B4-BE49-F238E27FC236}">
                <a16:creationId xmlns:a16="http://schemas.microsoft.com/office/drawing/2014/main" id="{F478C18B-0B99-390C-5167-AE007B5878E5}"/>
              </a:ext>
            </a:extLst>
          </p:cNvPr>
          <p:cNvGrpSpPr>
            <a:grpSpLocks noGrp="1" noUngrp="1" noRot="1" noMove="1" noResize="1"/>
          </p:cNvGrpSpPr>
          <p:nvPr userDrawn="1"/>
        </p:nvGrpSpPr>
        <p:grpSpPr>
          <a:xfrm>
            <a:off x="2436811" y="4594536"/>
            <a:ext cx="2433600" cy="2263463"/>
            <a:chOff x="2436811" y="4325496"/>
            <a:chExt cx="2433600" cy="2532503"/>
          </a:xfrm>
        </p:grpSpPr>
        <p:sp>
          <p:nvSpPr>
            <p:cNvPr id="7" name="Round Same-side Corner of Rectangle 6">
              <a:extLst>
                <a:ext uri="{FF2B5EF4-FFF2-40B4-BE49-F238E27FC236}">
                  <a16:creationId xmlns:a16="http://schemas.microsoft.com/office/drawing/2014/main" id="{B178414D-597B-6FE4-0DE1-209884306E21}"/>
                </a:ext>
              </a:extLst>
            </p:cNvPr>
            <p:cNvSpPr>
              <a:spLocks noGrp="1" noRot="1" noMove="1" noResize="1" noEditPoints="1" noAdjustHandles="1" noChangeArrowheads="1" noChangeShapeType="1"/>
            </p:cNvSpPr>
            <p:nvPr/>
          </p:nvSpPr>
          <p:spPr>
            <a:xfrm>
              <a:off x="2436811" y="4977806"/>
              <a:ext cx="2433600" cy="1880193"/>
            </a:xfrm>
            <a:prstGeom prst="round2SameRect">
              <a:avLst>
                <a:gd name="adj1" fmla="val 0"/>
                <a:gd name="adj2" fmla="val 0"/>
              </a:avLst>
            </a:prstGeom>
            <a:solidFill>
              <a:schemeClr val="accent1">
                <a:alpha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GB" sz="1200">
                <a:solidFill>
                  <a:schemeClr val="tx1"/>
                </a:solidFill>
              </a:endParaRPr>
            </a:p>
          </p:txBody>
        </p:sp>
        <p:sp>
          <p:nvSpPr>
            <p:cNvPr id="8" name="Round Same-side Corner of Rectangle 7">
              <a:extLst>
                <a:ext uri="{FF2B5EF4-FFF2-40B4-BE49-F238E27FC236}">
                  <a16:creationId xmlns:a16="http://schemas.microsoft.com/office/drawing/2014/main" id="{CC60EF0E-D4BD-75F9-ACF3-D9CB781CC875}"/>
                </a:ext>
              </a:extLst>
            </p:cNvPr>
            <p:cNvSpPr>
              <a:spLocks noGrp="1" noRot="1" noMove="1" noResize="1" noEditPoints="1" noAdjustHandles="1" noChangeArrowheads="1" noChangeShapeType="1"/>
            </p:cNvSpPr>
            <p:nvPr/>
          </p:nvSpPr>
          <p:spPr>
            <a:xfrm>
              <a:off x="2440409" y="4325496"/>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grpSp>
      <p:grpSp>
        <p:nvGrpSpPr>
          <p:cNvPr id="9" name="Group 8">
            <a:extLst>
              <a:ext uri="{FF2B5EF4-FFF2-40B4-BE49-F238E27FC236}">
                <a16:creationId xmlns:a16="http://schemas.microsoft.com/office/drawing/2014/main" id="{049B0597-CC41-D7F2-AC89-51128894F04B}"/>
              </a:ext>
            </a:extLst>
          </p:cNvPr>
          <p:cNvGrpSpPr>
            <a:grpSpLocks noGrp="1" noUngrp="1" noRot="1" noMove="1" noResize="1"/>
          </p:cNvGrpSpPr>
          <p:nvPr userDrawn="1"/>
        </p:nvGrpSpPr>
        <p:grpSpPr>
          <a:xfrm>
            <a:off x="4880193" y="4011520"/>
            <a:ext cx="2431497" cy="2846479"/>
            <a:chOff x="4880193" y="3673182"/>
            <a:chExt cx="2431497" cy="3184818"/>
          </a:xfrm>
        </p:grpSpPr>
        <p:sp>
          <p:nvSpPr>
            <p:cNvPr id="13" name="Round Same-side Corner of Rectangle 12">
              <a:extLst>
                <a:ext uri="{FF2B5EF4-FFF2-40B4-BE49-F238E27FC236}">
                  <a16:creationId xmlns:a16="http://schemas.microsoft.com/office/drawing/2014/main" id="{52B88A2B-69B4-5904-643A-CEC63A67416B}"/>
                </a:ext>
              </a:extLst>
            </p:cNvPr>
            <p:cNvSpPr>
              <a:spLocks noGrp="1" noRot="1" noMove="1" noResize="1" noEditPoints="1" noAdjustHandles="1" noChangeArrowheads="1" noChangeShapeType="1"/>
            </p:cNvSpPr>
            <p:nvPr/>
          </p:nvSpPr>
          <p:spPr>
            <a:xfrm>
              <a:off x="4881690" y="4325496"/>
              <a:ext cx="2430000" cy="2532504"/>
            </a:xfrm>
            <a:prstGeom prst="round2SameRect">
              <a:avLst>
                <a:gd name="adj1" fmla="val 0"/>
                <a:gd name="adj2" fmla="val 0"/>
              </a:avLst>
            </a:prstGeom>
            <a:solidFill>
              <a:schemeClr val="accent1">
                <a:alpha val="6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GB" sz="1200">
                <a:solidFill>
                  <a:schemeClr val="tx1"/>
                </a:solidFill>
              </a:endParaRPr>
            </a:p>
          </p:txBody>
        </p:sp>
        <p:sp>
          <p:nvSpPr>
            <p:cNvPr id="14" name="Round Same-side Corner of Rectangle 13">
              <a:extLst>
                <a:ext uri="{FF2B5EF4-FFF2-40B4-BE49-F238E27FC236}">
                  <a16:creationId xmlns:a16="http://schemas.microsoft.com/office/drawing/2014/main" id="{93009E91-F6E4-CE73-805D-1BA19109C48C}"/>
                </a:ext>
              </a:extLst>
            </p:cNvPr>
            <p:cNvSpPr>
              <a:spLocks noGrp="1" noRot="1" noMove="1" noResize="1" noEditPoints="1" noAdjustHandles="1" noChangeArrowheads="1" noChangeShapeType="1"/>
            </p:cNvSpPr>
            <p:nvPr/>
          </p:nvSpPr>
          <p:spPr>
            <a:xfrm>
              <a:off x="4880193" y="3673182"/>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grpSp>
      <p:grpSp>
        <p:nvGrpSpPr>
          <p:cNvPr id="15" name="Group 14">
            <a:extLst>
              <a:ext uri="{FF2B5EF4-FFF2-40B4-BE49-F238E27FC236}">
                <a16:creationId xmlns:a16="http://schemas.microsoft.com/office/drawing/2014/main" id="{101D7BFF-DBAA-0B02-1B60-5E3BDA78F9DC}"/>
              </a:ext>
            </a:extLst>
          </p:cNvPr>
          <p:cNvGrpSpPr>
            <a:grpSpLocks noGrp="1" noUngrp="1" noRot="1" noMove="1" noResize="1"/>
          </p:cNvGrpSpPr>
          <p:nvPr userDrawn="1"/>
        </p:nvGrpSpPr>
        <p:grpSpPr>
          <a:xfrm>
            <a:off x="7322969" y="3428509"/>
            <a:ext cx="2430000" cy="3429490"/>
            <a:chOff x="7322969" y="3020872"/>
            <a:chExt cx="2430000" cy="3837127"/>
          </a:xfrm>
        </p:grpSpPr>
        <p:sp>
          <p:nvSpPr>
            <p:cNvPr id="16" name="Round Same-side Corner of Rectangle 15">
              <a:extLst>
                <a:ext uri="{FF2B5EF4-FFF2-40B4-BE49-F238E27FC236}">
                  <a16:creationId xmlns:a16="http://schemas.microsoft.com/office/drawing/2014/main" id="{B05E3AE2-7EB1-BD2E-63FF-B917164EC85A}"/>
                </a:ext>
              </a:extLst>
            </p:cNvPr>
            <p:cNvSpPr>
              <a:spLocks noGrp="1" noRot="1" noMove="1" noResize="1" noEditPoints="1" noAdjustHandles="1" noChangeArrowheads="1" noChangeShapeType="1"/>
            </p:cNvSpPr>
            <p:nvPr/>
          </p:nvSpPr>
          <p:spPr>
            <a:xfrm>
              <a:off x="7322969" y="3673182"/>
              <a:ext cx="2430000" cy="3184817"/>
            </a:xfrm>
            <a:prstGeom prst="round2SameRect">
              <a:avLst>
                <a:gd name="adj1" fmla="val 0"/>
                <a:gd name="adj2" fmla="val 0"/>
              </a:avLst>
            </a:prstGeom>
            <a:solidFill>
              <a:schemeClr val="accent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GB" sz="1200">
                <a:solidFill>
                  <a:schemeClr val="tx1"/>
                </a:solidFill>
              </a:endParaRPr>
            </a:p>
          </p:txBody>
        </p:sp>
        <p:sp>
          <p:nvSpPr>
            <p:cNvPr id="17" name="Round Same-side Corner of Rectangle 16">
              <a:extLst>
                <a:ext uri="{FF2B5EF4-FFF2-40B4-BE49-F238E27FC236}">
                  <a16:creationId xmlns:a16="http://schemas.microsoft.com/office/drawing/2014/main" id="{997FF054-6BBF-E1B7-68E0-350A01988CBA}"/>
                </a:ext>
              </a:extLst>
            </p:cNvPr>
            <p:cNvSpPr>
              <a:spLocks noGrp="1" noRot="1" noMove="1" noResize="1" noEditPoints="1" noAdjustHandles="1" noChangeArrowheads="1" noChangeShapeType="1"/>
            </p:cNvSpPr>
            <p:nvPr/>
          </p:nvSpPr>
          <p:spPr>
            <a:xfrm>
              <a:off x="7322969" y="3020872"/>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grpSp>
      <p:grpSp>
        <p:nvGrpSpPr>
          <p:cNvPr id="18" name="Group 17">
            <a:extLst>
              <a:ext uri="{FF2B5EF4-FFF2-40B4-BE49-F238E27FC236}">
                <a16:creationId xmlns:a16="http://schemas.microsoft.com/office/drawing/2014/main" id="{EB11B807-5BA0-1519-2CA6-3E58FD9FF49F}"/>
              </a:ext>
            </a:extLst>
          </p:cNvPr>
          <p:cNvGrpSpPr>
            <a:grpSpLocks noGrp="1" noUngrp="1" noRot="1" noMove="1" noResize="1"/>
          </p:cNvGrpSpPr>
          <p:nvPr userDrawn="1"/>
        </p:nvGrpSpPr>
        <p:grpSpPr>
          <a:xfrm>
            <a:off x="9762000" y="2818989"/>
            <a:ext cx="2432250" cy="4039012"/>
            <a:chOff x="9762000" y="2338902"/>
            <a:chExt cx="2432250" cy="4519098"/>
          </a:xfrm>
        </p:grpSpPr>
        <p:sp>
          <p:nvSpPr>
            <p:cNvPr id="19" name="Round Same-side Corner of Rectangle 18">
              <a:extLst>
                <a:ext uri="{FF2B5EF4-FFF2-40B4-BE49-F238E27FC236}">
                  <a16:creationId xmlns:a16="http://schemas.microsoft.com/office/drawing/2014/main" id="{B086CA2B-9053-219B-4815-6F5B0225CBA7}"/>
                </a:ext>
              </a:extLst>
            </p:cNvPr>
            <p:cNvSpPr>
              <a:spLocks noGrp="1" noRot="1" noMove="1" noResize="1" noEditPoints="1" noAdjustHandles="1" noChangeArrowheads="1" noChangeShapeType="1"/>
            </p:cNvSpPr>
            <p:nvPr/>
          </p:nvSpPr>
          <p:spPr>
            <a:xfrm>
              <a:off x="9764250" y="3020872"/>
              <a:ext cx="2430000" cy="3837128"/>
            </a:xfrm>
            <a:prstGeom prst="round2SameRect">
              <a:avLst>
                <a:gd name="adj1" fmla="val 0"/>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GB" sz="1200">
                <a:solidFill>
                  <a:schemeClr val="tx1"/>
                </a:solidFill>
              </a:endParaRPr>
            </a:p>
          </p:txBody>
        </p:sp>
        <p:sp>
          <p:nvSpPr>
            <p:cNvPr id="20" name="Round Same-side Corner of Rectangle 19">
              <a:extLst>
                <a:ext uri="{FF2B5EF4-FFF2-40B4-BE49-F238E27FC236}">
                  <a16:creationId xmlns:a16="http://schemas.microsoft.com/office/drawing/2014/main" id="{D44C6A91-49F6-8854-4ECC-6418F526D042}"/>
                </a:ext>
              </a:extLst>
            </p:cNvPr>
            <p:cNvSpPr>
              <a:spLocks noGrp="1" noRot="1" noMove="1" noResize="1" noEditPoints="1" noAdjustHandles="1" noChangeArrowheads="1" noChangeShapeType="1"/>
            </p:cNvSpPr>
            <p:nvPr/>
          </p:nvSpPr>
          <p:spPr>
            <a:xfrm>
              <a:off x="9762000" y="2338902"/>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grpSp>
      <p:sp>
        <p:nvSpPr>
          <p:cNvPr id="33" name="Text Placeholder 8">
            <a:extLst>
              <a:ext uri="{FF2B5EF4-FFF2-40B4-BE49-F238E27FC236}">
                <a16:creationId xmlns:a16="http://schemas.microsoft.com/office/drawing/2014/main" id="{9C6CECAF-2FCD-CB25-C97E-490120DB5B3E}"/>
              </a:ext>
            </a:extLst>
          </p:cNvPr>
          <p:cNvSpPr>
            <a:spLocks noGrp="1"/>
          </p:cNvSpPr>
          <p:nvPr>
            <p:ph type="body" sz="quarter" idx="21" hasCustomPrompt="1"/>
          </p:nvPr>
        </p:nvSpPr>
        <p:spPr>
          <a:xfrm>
            <a:off x="30948" y="5267613"/>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36" name="Text Placeholder 8">
            <a:extLst>
              <a:ext uri="{FF2B5EF4-FFF2-40B4-BE49-F238E27FC236}">
                <a16:creationId xmlns:a16="http://schemas.microsoft.com/office/drawing/2014/main" id="{CA81780F-4FE5-F92C-6C72-A68C947BF18E}"/>
              </a:ext>
            </a:extLst>
          </p:cNvPr>
          <p:cNvSpPr>
            <a:spLocks noGrp="1"/>
          </p:cNvSpPr>
          <p:nvPr>
            <p:ph type="body" sz="quarter" idx="22" hasCustomPrompt="1"/>
          </p:nvPr>
        </p:nvSpPr>
        <p:spPr>
          <a:xfrm>
            <a:off x="2494308" y="4707312"/>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44" name="Text Placeholder 8">
            <a:extLst>
              <a:ext uri="{FF2B5EF4-FFF2-40B4-BE49-F238E27FC236}">
                <a16:creationId xmlns:a16="http://schemas.microsoft.com/office/drawing/2014/main" id="{8402F88E-EB7F-5E40-49BD-06D6A63B17C1}"/>
              </a:ext>
            </a:extLst>
          </p:cNvPr>
          <p:cNvSpPr>
            <a:spLocks noGrp="1"/>
          </p:cNvSpPr>
          <p:nvPr>
            <p:ph type="body" sz="quarter" idx="23" hasCustomPrompt="1"/>
          </p:nvPr>
        </p:nvSpPr>
        <p:spPr>
          <a:xfrm>
            <a:off x="4934329" y="4124296"/>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46" name="Text Placeholder 8">
            <a:extLst>
              <a:ext uri="{FF2B5EF4-FFF2-40B4-BE49-F238E27FC236}">
                <a16:creationId xmlns:a16="http://schemas.microsoft.com/office/drawing/2014/main" id="{A5B3BECC-B872-E453-881A-27854EC887E8}"/>
              </a:ext>
            </a:extLst>
          </p:cNvPr>
          <p:cNvSpPr>
            <a:spLocks noGrp="1"/>
          </p:cNvSpPr>
          <p:nvPr>
            <p:ph type="body" sz="quarter" idx="24" hasCustomPrompt="1"/>
          </p:nvPr>
        </p:nvSpPr>
        <p:spPr>
          <a:xfrm>
            <a:off x="7377105" y="3541285"/>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49" name="Text Placeholder 8">
            <a:extLst>
              <a:ext uri="{FF2B5EF4-FFF2-40B4-BE49-F238E27FC236}">
                <a16:creationId xmlns:a16="http://schemas.microsoft.com/office/drawing/2014/main" id="{85B47DE9-A7A7-8109-4551-815FDEDBBD1B}"/>
              </a:ext>
            </a:extLst>
          </p:cNvPr>
          <p:cNvSpPr>
            <a:spLocks noGrp="1"/>
          </p:cNvSpPr>
          <p:nvPr>
            <p:ph type="body" sz="quarter" idx="25" hasCustomPrompt="1"/>
          </p:nvPr>
        </p:nvSpPr>
        <p:spPr>
          <a:xfrm>
            <a:off x="9816136" y="2931765"/>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60" name="Text Placeholder 8">
            <a:extLst>
              <a:ext uri="{FF2B5EF4-FFF2-40B4-BE49-F238E27FC236}">
                <a16:creationId xmlns:a16="http://schemas.microsoft.com/office/drawing/2014/main" id="{A7D48066-9E65-4E40-0AEA-DE27683F88DB}"/>
              </a:ext>
            </a:extLst>
          </p:cNvPr>
          <p:cNvSpPr>
            <a:spLocks noGrp="1"/>
          </p:cNvSpPr>
          <p:nvPr>
            <p:ph type="body" sz="quarter" idx="26" hasCustomPrompt="1"/>
          </p:nvPr>
        </p:nvSpPr>
        <p:spPr>
          <a:xfrm>
            <a:off x="2494308" y="5426242"/>
            <a:ext cx="2321728" cy="1431758"/>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61" name="Text Placeholder 8">
            <a:extLst>
              <a:ext uri="{FF2B5EF4-FFF2-40B4-BE49-F238E27FC236}">
                <a16:creationId xmlns:a16="http://schemas.microsoft.com/office/drawing/2014/main" id="{5CEC4CD0-A425-F962-2095-BB9A13F0714E}"/>
              </a:ext>
            </a:extLst>
          </p:cNvPr>
          <p:cNvSpPr>
            <a:spLocks noGrp="1"/>
          </p:cNvSpPr>
          <p:nvPr>
            <p:ph type="body" sz="quarter" idx="27" hasCustomPrompt="1"/>
          </p:nvPr>
        </p:nvSpPr>
        <p:spPr>
          <a:xfrm>
            <a:off x="4934329" y="4842164"/>
            <a:ext cx="2321728" cy="2015836"/>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62" name="Text Placeholder 8">
            <a:extLst>
              <a:ext uri="{FF2B5EF4-FFF2-40B4-BE49-F238E27FC236}">
                <a16:creationId xmlns:a16="http://schemas.microsoft.com/office/drawing/2014/main" id="{BBFF5272-3C18-5E27-06B2-5CD78CF6C251}"/>
              </a:ext>
            </a:extLst>
          </p:cNvPr>
          <p:cNvSpPr>
            <a:spLocks noGrp="1"/>
          </p:cNvSpPr>
          <p:nvPr>
            <p:ph type="body" sz="quarter" idx="28" hasCustomPrompt="1"/>
          </p:nvPr>
        </p:nvSpPr>
        <p:spPr>
          <a:xfrm>
            <a:off x="7377105" y="4270665"/>
            <a:ext cx="2321728" cy="2587336"/>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63" name="Text Placeholder 8">
            <a:extLst>
              <a:ext uri="{FF2B5EF4-FFF2-40B4-BE49-F238E27FC236}">
                <a16:creationId xmlns:a16="http://schemas.microsoft.com/office/drawing/2014/main" id="{A675CA95-7F59-5ECA-740E-0A9E20BA82AD}"/>
              </a:ext>
            </a:extLst>
          </p:cNvPr>
          <p:cNvSpPr>
            <a:spLocks noGrp="1"/>
          </p:cNvSpPr>
          <p:nvPr>
            <p:ph type="body" sz="quarter" idx="29" hasCustomPrompt="1"/>
          </p:nvPr>
        </p:nvSpPr>
        <p:spPr>
          <a:xfrm>
            <a:off x="9816136" y="3678382"/>
            <a:ext cx="2321728" cy="3179619"/>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64" name="Text Placeholder 8">
            <a:extLst>
              <a:ext uri="{FF2B5EF4-FFF2-40B4-BE49-F238E27FC236}">
                <a16:creationId xmlns:a16="http://schemas.microsoft.com/office/drawing/2014/main" id="{83F69BF6-E116-5BDD-766E-EBD286485F9C}"/>
              </a:ext>
            </a:extLst>
          </p:cNvPr>
          <p:cNvSpPr>
            <a:spLocks noGrp="1"/>
          </p:cNvSpPr>
          <p:nvPr>
            <p:ph type="body" sz="quarter" idx="30" hasCustomPrompt="1"/>
          </p:nvPr>
        </p:nvSpPr>
        <p:spPr>
          <a:xfrm>
            <a:off x="32991" y="6018436"/>
            <a:ext cx="2321728" cy="839564"/>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10" name="Title 1">
            <a:extLst>
              <a:ext uri="{FF2B5EF4-FFF2-40B4-BE49-F238E27FC236}">
                <a16:creationId xmlns:a16="http://schemas.microsoft.com/office/drawing/2014/main" id="{3DDBA8E3-7D92-6E01-0366-01A77DEF78A0}"/>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11" name="Text Placeholder 14">
            <a:extLst>
              <a:ext uri="{FF2B5EF4-FFF2-40B4-BE49-F238E27FC236}">
                <a16:creationId xmlns:a16="http://schemas.microsoft.com/office/drawing/2014/main" id="{1BB0302E-1BE2-45A3-51DF-57864D67371F}"/>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28473374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Five stages_0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294D4E32-2734-5B56-635C-20492B60B96C}"/>
              </a:ext>
            </a:extLst>
          </p:cNvPr>
          <p:cNvSpPr/>
          <p:nvPr userDrawn="1"/>
        </p:nvSpPr>
        <p:spPr>
          <a:xfrm>
            <a:off x="0" y="438913"/>
            <a:ext cx="12192000" cy="2852927"/>
          </a:xfrm>
          <a:custGeom>
            <a:avLst/>
            <a:gdLst>
              <a:gd name="csX0" fmla="*/ 0 w 12192000"/>
              <a:gd name="csY0" fmla="*/ 0 h 2852927"/>
              <a:gd name="csX1" fmla="*/ 12192000 w 12192000"/>
              <a:gd name="csY1" fmla="*/ 0 h 2852927"/>
              <a:gd name="csX2" fmla="*/ 12192000 w 12192000"/>
              <a:gd name="csY2" fmla="*/ 1063323 h 2852927"/>
              <a:gd name="csX3" fmla="*/ 12187271 w 12192000"/>
              <a:gd name="csY3" fmla="*/ 1016414 h 2852927"/>
              <a:gd name="csX4" fmla="*/ 11959192 w 12192000"/>
              <a:gd name="csY4" fmla="*/ 830524 h 2852927"/>
              <a:gd name="csX5" fmla="*/ 232810 w 12192000"/>
              <a:gd name="csY5" fmla="*/ 830524 h 2852927"/>
              <a:gd name="csX6" fmla="*/ 1 w 12192000"/>
              <a:gd name="csY6" fmla="*/ 1063333 h 2852927"/>
              <a:gd name="csX7" fmla="*/ 1 w 12192000"/>
              <a:gd name="csY7" fmla="*/ 2852927 h 2852927"/>
              <a:gd name="csX8" fmla="*/ 0 w 12192000"/>
              <a:gd name="csY8" fmla="*/ 2852927 h 2852927"/>
              <a:gd name="csX9" fmla="*/ 0 w 12192000"/>
              <a:gd name="csY9" fmla="*/ 0 h 2852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92000" h="2852927">
                <a:moveTo>
                  <a:pt x="0" y="0"/>
                </a:moveTo>
                <a:lnTo>
                  <a:pt x="12192000" y="0"/>
                </a:lnTo>
                <a:lnTo>
                  <a:pt x="12192000" y="1063323"/>
                </a:lnTo>
                <a:lnTo>
                  <a:pt x="12187271" y="1016414"/>
                </a:lnTo>
                <a:cubicBezTo>
                  <a:pt x="12165563" y="910327"/>
                  <a:pt x="12071697" y="830524"/>
                  <a:pt x="11959192" y="830524"/>
                </a:cubicBezTo>
                <a:lnTo>
                  <a:pt x="232810" y="830524"/>
                </a:lnTo>
                <a:cubicBezTo>
                  <a:pt x="104233" y="830524"/>
                  <a:pt x="1" y="934756"/>
                  <a:pt x="1" y="1063333"/>
                </a:cubicBezTo>
                <a:lnTo>
                  <a:pt x="1" y="2852927"/>
                </a:lnTo>
                <a:lnTo>
                  <a:pt x="0" y="2852927"/>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6" name="Round Same-side Corner of Rectangle 5">
            <a:extLst>
              <a:ext uri="{FF2B5EF4-FFF2-40B4-BE49-F238E27FC236}">
                <a16:creationId xmlns:a16="http://schemas.microsoft.com/office/drawing/2014/main" id="{248D9446-55F8-168A-FC6C-F893E4E2AFC0}"/>
              </a:ext>
            </a:extLst>
          </p:cNvPr>
          <p:cNvSpPr>
            <a:spLocks noGrp="1" noRot="1" noMove="1" noResize="1" noEditPoints="1" noAdjustHandles="1" noChangeArrowheads="1" noChangeShapeType="1"/>
          </p:cNvSpPr>
          <p:nvPr userDrawn="1"/>
        </p:nvSpPr>
        <p:spPr>
          <a:xfrm>
            <a:off x="4879987" y="2917180"/>
            <a:ext cx="2433600" cy="1701266"/>
          </a:xfrm>
          <a:prstGeom prst="round2SameRect">
            <a:avLst>
              <a:gd name="adj1" fmla="val 7482"/>
              <a:gd name="adj2" fmla="val 0"/>
            </a:avLst>
          </a:prstGeom>
          <a:solidFill>
            <a:srgbClr val="CCCCCC"/>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tIns="108000" rtlCol="0" anchor="t" anchorCtr="0"/>
          <a:lstStyle/>
          <a:p>
            <a:endParaRPr lang="en-GB" sz="1200">
              <a:solidFill>
                <a:schemeClr val="tx1"/>
              </a:solidFill>
            </a:endParaRPr>
          </a:p>
        </p:txBody>
      </p:sp>
      <p:sp>
        <p:nvSpPr>
          <p:cNvPr id="10" name="Round Same-side Corner of Rectangle 9">
            <a:extLst>
              <a:ext uri="{FF2B5EF4-FFF2-40B4-BE49-F238E27FC236}">
                <a16:creationId xmlns:a16="http://schemas.microsoft.com/office/drawing/2014/main" id="{CCC4C45F-B0CF-B70D-2C0D-0BC7C8910AFB}"/>
              </a:ext>
            </a:extLst>
          </p:cNvPr>
          <p:cNvSpPr>
            <a:spLocks noGrp="1" noRot="1" noMove="1" noResize="1" noEditPoints="1" noAdjustHandles="1" noChangeArrowheads="1" noChangeShapeType="1"/>
          </p:cNvSpPr>
          <p:nvPr userDrawn="1"/>
        </p:nvSpPr>
        <p:spPr>
          <a:xfrm>
            <a:off x="7319981" y="2338578"/>
            <a:ext cx="2433600" cy="1701266"/>
          </a:xfrm>
          <a:prstGeom prst="round2SameRect">
            <a:avLst>
              <a:gd name="adj1" fmla="val 7482"/>
              <a:gd name="adj2" fmla="val 0"/>
            </a:avLst>
          </a:prstGeom>
          <a:solidFill>
            <a:srgbClr val="CCCCCC"/>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tIns="108000" rtlCol="0" anchor="t" anchorCtr="0"/>
          <a:lstStyle/>
          <a:p>
            <a:endParaRPr lang="en-GB" sz="1200">
              <a:solidFill>
                <a:schemeClr val="tx1"/>
              </a:solidFill>
            </a:endParaRPr>
          </a:p>
        </p:txBody>
      </p:sp>
      <p:sp>
        <p:nvSpPr>
          <p:cNvPr id="11" name="Round Same-side Corner of Rectangle 10">
            <a:extLst>
              <a:ext uri="{FF2B5EF4-FFF2-40B4-BE49-F238E27FC236}">
                <a16:creationId xmlns:a16="http://schemas.microsoft.com/office/drawing/2014/main" id="{9BF06E75-A11E-E6B4-38A1-1801A8834578}"/>
              </a:ext>
            </a:extLst>
          </p:cNvPr>
          <p:cNvSpPr>
            <a:spLocks noGrp="1" noRot="1" noMove="1" noResize="1" noEditPoints="1" noAdjustHandles="1" noChangeArrowheads="1" noChangeShapeType="1"/>
          </p:cNvSpPr>
          <p:nvPr userDrawn="1"/>
        </p:nvSpPr>
        <p:spPr>
          <a:xfrm>
            <a:off x="9759975" y="1727243"/>
            <a:ext cx="2433600" cy="1701266"/>
          </a:xfrm>
          <a:prstGeom prst="round2SameRect">
            <a:avLst>
              <a:gd name="adj1" fmla="val 7482"/>
              <a:gd name="adj2" fmla="val 0"/>
            </a:avLst>
          </a:prstGeom>
          <a:solidFill>
            <a:srgbClr val="CCCCCC"/>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tIns="108000" rtlCol="0" anchor="t" anchorCtr="0"/>
          <a:lstStyle/>
          <a:p>
            <a:endParaRPr lang="en-GB" sz="1200">
              <a:solidFill>
                <a:schemeClr val="tx1"/>
              </a:solidFill>
            </a:endParaRPr>
          </a:p>
        </p:txBody>
      </p:sp>
      <p:sp>
        <p:nvSpPr>
          <p:cNvPr id="12" name="Round Same-side Corner of Rectangle 11">
            <a:extLst>
              <a:ext uri="{FF2B5EF4-FFF2-40B4-BE49-F238E27FC236}">
                <a16:creationId xmlns:a16="http://schemas.microsoft.com/office/drawing/2014/main" id="{D78F9860-04ED-41A5-DBD4-DFA6C8D09E24}"/>
              </a:ext>
            </a:extLst>
          </p:cNvPr>
          <p:cNvSpPr>
            <a:spLocks noGrp="1" noRot="1" noMove="1" noResize="1" noEditPoints="1" noAdjustHandles="1" noChangeArrowheads="1" noChangeShapeType="1"/>
          </p:cNvSpPr>
          <p:nvPr userDrawn="1"/>
        </p:nvSpPr>
        <p:spPr>
          <a:xfrm>
            <a:off x="-1" y="4083956"/>
            <a:ext cx="2433600" cy="1701266"/>
          </a:xfrm>
          <a:prstGeom prst="round2SameRect">
            <a:avLst>
              <a:gd name="adj1" fmla="val 7482"/>
              <a:gd name="adj2" fmla="val 0"/>
            </a:avLst>
          </a:prstGeom>
          <a:solidFill>
            <a:srgbClr val="CCCCCC"/>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tIns="108000" rtlCol="0" anchor="t" anchorCtr="0"/>
          <a:lstStyle/>
          <a:p>
            <a:endParaRPr lang="en-GB" sz="1200">
              <a:solidFill>
                <a:schemeClr val="tx1"/>
              </a:solidFill>
            </a:endParaRPr>
          </a:p>
        </p:txBody>
      </p:sp>
      <p:sp>
        <p:nvSpPr>
          <p:cNvPr id="21" name="Round Same-side Corner of Rectangle 20">
            <a:extLst>
              <a:ext uri="{FF2B5EF4-FFF2-40B4-BE49-F238E27FC236}">
                <a16:creationId xmlns:a16="http://schemas.microsoft.com/office/drawing/2014/main" id="{95E23A21-9E40-0C8B-C7C3-0AD88C4959C8}"/>
              </a:ext>
            </a:extLst>
          </p:cNvPr>
          <p:cNvSpPr>
            <a:spLocks noGrp="1" noRot="1" noMove="1" noResize="1" noEditPoints="1" noAdjustHandles="1" noChangeArrowheads="1" noChangeShapeType="1"/>
          </p:cNvSpPr>
          <p:nvPr userDrawn="1"/>
        </p:nvSpPr>
        <p:spPr>
          <a:xfrm>
            <a:off x="2439993" y="3504605"/>
            <a:ext cx="2433600" cy="1701266"/>
          </a:xfrm>
          <a:prstGeom prst="round2SameRect">
            <a:avLst>
              <a:gd name="adj1" fmla="val 7482"/>
              <a:gd name="adj2" fmla="val 0"/>
            </a:avLst>
          </a:prstGeom>
          <a:solidFill>
            <a:srgbClr val="CCCCCC"/>
          </a:solidFill>
          <a:ln w="31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tIns="108000" rtlCol="0" anchor="t" anchorCtr="0"/>
          <a:lstStyle/>
          <a:p>
            <a:endParaRPr lang="en-GB" sz="1200">
              <a:solidFill>
                <a:schemeClr val="tx1"/>
              </a:solidFill>
            </a:endParaRPr>
          </a:p>
        </p:txBody>
      </p:sp>
      <p:grpSp>
        <p:nvGrpSpPr>
          <p:cNvPr id="2" name="Group 1">
            <a:extLst>
              <a:ext uri="{FF2B5EF4-FFF2-40B4-BE49-F238E27FC236}">
                <a16:creationId xmlns:a16="http://schemas.microsoft.com/office/drawing/2014/main" id="{B1D674D4-C55B-8200-FD13-C1212E50BD3C}"/>
              </a:ext>
            </a:extLst>
          </p:cNvPr>
          <p:cNvGrpSpPr>
            <a:grpSpLocks noGrp="1" noUngrp="1" noRot="1" noMove="1" noResize="1"/>
          </p:cNvGrpSpPr>
          <p:nvPr userDrawn="1"/>
        </p:nvGrpSpPr>
        <p:grpSpPr>
          <a:xfrm>
            <a:off x="-4468" y="5173887"/>
            <a:ext cx="2436363" cy="1684113"/>
            <a:chOff x="-4468" y="4973709"/>
            <a:chExt cx="2436841" cy="1884291"/>
          </a:xfrm>
        </p:grpSpPr>
        <p:sp>
          <p:nvSpPr>
            <p:cNvPr id="3" name="Round Same-side Corner of Rectangle 2">
              <a:extLst>
                <a:ext uri="{FF2B5EF4-FFF2-40B4-BE49-F238E27FC236}">
                  <a16:creationId xmlns:a16="http://schemas.microsoft.com/office/drawing/2014/main" id="{67F00B82-8457-2C4C-4506-9641F10CD53D}"/>
                </a:ext>
              </a:extLst>
            </p:cNvPr>
            <p:cNvSpPr>
              <a:spLocks noGrp="1" noRot="1" noMove="1" noResize="1" noEditPoints="1" noAdjustHandles="1" noChangeArrowheads="1" noChangeShapeType="1"/>
            </p:cNvSpPr>
            <p:nvPr/>
          </p:nvSpPr>
          <p:spPr>
            <a:xfrm>
              <a:off x="2373" y="4973709"/>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sp>
          <p:nvSpPr>
            <p:cNvPr id="4" name="Round Same-side Corner of Rectangle 3">
              <a:extLst>
                <a:ext uri="{FF2B5EF4-FFF2-40B4-BE49-F238E27FC236}">
                  <a16:creationId xmlns:a16="http://schemas.microsoft.com/office/drawing/2014/main" id="{6A96F398-B6F8-9B6D-2B50-CEFCC9AEF1FA}"/>
                </a:ext>
              </a:extLst>
            </p:cNvPr>
            <p:cNvSpPr>
              <a:spLocks noGrp="1" noRot="1" noMove="1" noResize="1" noEditPoints="1" noAdjustHandles="1" noChangeArrowheads="1" noChangeShapeType="1"/>
            </p:cNvSpPr>
            <p:nvPr/>
          </p:nvSpPr>
          <p:spPr>
            <a:xfrm>
              <a:off x="-4468" y="5630119"/>
              <a:ext cx="2433600" cy="1227881"/>
            </a:xfrm>
            <a:prstGeom prst="round2SameRect">
              <a:avLst>
                <a:gd name="adj1" fmla="val 0"/>
                <a:gd name="adj2" fmla="val 0"/>
              </a:avLst>
            </a:prstGeom>
            <a:solidFill>
              <a:schemeClr val="accent1">
                <a:alpha val="2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SE" sz="1200" strike="sngStrike">
                <a:solidFill>
                  <a:schemeClr val="tx1"/>
                </a:solidFill>
              </a:endParaRPr>
            </a:p>
            <a:p>
              <a:endParaRPr lang="en-GB" sz="1200">
                <a:solidFill>
                  <a:schemeClr val="tx1"/>
                </a:solidFill>
              </a:endParaRPr>
            </a:p>
          </p:txBody>
        </p:sp>
      </p:grpSp>
      <p:grpSp>
        <p:nvGrpSpPr>
          <p:cNvPr id="5" name="Group 4">
            <a:extLst>
              <a:ext uri="{FF2B5EF4-FFF2-40B4-BE49-F238E27FC236}">
                <a16:creationId xmlns:a16="http://schemas.microsoft.com/office/drawing/2014/main" id="{F478C18B-0B99-390C-5167-AE007B5878E5}"/>
              </a:ext>
            </a:extLst>
          </p:cNvPr>
          <p:cNvGrpSpPr>
            <a:grpSpLocks noGrp="1" noUngrp="1" noRot="1" noMove="1" noResize="1"/>
          </p:cNvGrpSpPr>
          <p:nvPr userDrawn="1"/>
        </p:nvGrpSpPr>
        <p:grpSpPr>
          <a:xfrm>
            <a:off x="2436811" y="4594536"/>
            <a:ext cx="2433600" cy="2263463"/>
            <a:chOff x="2436811" y="4325496"/>
            <a:chExt cx="2433600" cy="2532503"/>
          </a:xfrm>
        </p:grpSpPr>
        <p:sp>
          <p:nvSpPr>
            <p:cNvPr id="7" name="Round Same-side Corner of Rectangle 6">
              <a:extLst>
                <a:ext uri="{FF2B5EF4-FFF2-40B4-BE49-F238E27FC236}">
                  <a16:creationId xmlns:a16="http://schemas.microsoft.com/office/drawing/2014/main" id="{B178414D-597B-6FE4-0DE1-209884306E21}"/>
                </a:ext>
              </a:extLst>
            </p:cNvPr>
            <p:cNvSpPr>
              <a:spLocks noGrp="1" noRot="1" noMove="1" noResize="1" noEditPoints="1" noAdjustHandles="1" noChangeArrowheads="1" noChangeShapeType="1"/>
            </p:cNvSpPr>
            <p:nvPr/>
          </p:nvSpPr>
          <p:spPr>
            <a:xfrm>
              <a:off x="2436811" y="4977806"/>
              <a:ext cx="2433600" cy="1880193"/>
            </a:xfrm>
            <a:prstGeom prst="round2SameRect">
              <a:avLst>
                <a:gd name="adj1" fmla="val 0"/>
                <a:gd name="adj2" fmla="val 0"/>
              </a:avLst>
            </a:prstGeom>
            <a:solidFill>
              <a:schemeClr val="accent1">
                <a:alpha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GB" sz="1200">
                <a:solidFill>
                  <a:schemeClr val="tx1"/>
                </a:solidFill>
              </a:endParaRPr>
            </a:p>
          </p:txBody>
        </p:sp>
        <p:sp>
          <p:nvSpPr>
            <p:cNvPr id="8" name="Round Same-side Corner of Rectangle 7">
              <a:extLst>
                <a:ext uri="{FF2B5EF4-FFF2-40B4-BE49-F238E27FC236}">
                  <a16:creationId xmlns:a16="http://schemas.microsoft.com/office/drawing/2014/main" id="{CC60EF0E-D4BD-75F9-ACF3-D9CB781CC875}"/>
                </a:ext>
              </a:extLst>
            </p:cNvPr>
            <p:cNvSpPr>
              <a:spLocks noGrp="1" noRot="1" noMove="1" noResize="1" noEditPoints="1" noAdjustHandles="1" noChangeArrowheads="1" noChangeShapeType="1"/>
            </p:cNvSpPr>
            <p:nvPr/>
          </p:nvSpPr>
          <p:spPr>
            <a:xfrm>
              <a:off x="2440409" y="4325496"/>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grpSp>
      <p:grpSp>
        <p:nvGrpSpPr>
          <p:cNvPr id="9" name="Group 8">
            <a:extLst>
              <a:ext uri="{FF2B5EF4-FFF2-40B4-BE49-F238E27FC236}">
                <a16:creationId xmlns:a16="http://schemas.microsoft.com/office/drawing/2014/main" id="{049B0597-CC41-D7F2-AC89-51128894F04B}"/>
              </a:ext>
            </a:extLst>
          </p:cNvPr>
          <p:cNvGrpSpPr>
            <a:grpSpLocks noGrp="1" noUngrp="1" noRot="1" noMove="1" noResize="1"/>
          </p:cNvGrpSpPr>
          <p:nvPr userDrawn="1"/>
        </p:nvGrpSpPr>
        <p:grpSpPr>
          <a:xfrm>
            <a:off x="4880193" y="4011520"/>
            <a:ext cx="2431497" cy="2846479"/>
            <a:chOff x="4880193" y="3673182"/>
            <a:chExt cx="2431497" cy="3184818"/>
          </a:xfrm>
        </p:grpSpPr>
        <p:sp>
          <p:nvSpPr>
            <p:cNvPr id="13" name="Round Same-side Corner of Rectangle 12">
              <a:extLst>
                <a:ext uri="{FF2B5EF4-FFF2-40B4-BE49-F238E27FC236}">
                  <a16:creationId xmlns:a16="http://schemas.microsoft.com/office/drawing/2014/main" id="{52B88A2B-69B4-5904-643A-CEC63A67416B}"/>
                </a:ext>
              </a:extLst>
            </p:cNvPr>
            <p:cNvSpPr>
              <a:spLocks noGrp="1" noRot="1" noMove="1" noResize="1" noEditPoints="1" noAdjustHandles="1" noChangeArrowheads="1" noChangeShapeType="1"/>
            </p:cNvSpPr>
            <p:nvPr/>
          </p:nvSpPr>
          <p:spPr>
            <a:xfrm>
              <a:off x="4881690" y="4325496"/>
              <a:ext cx="2430000" cy="2532504"/>
            </a:xfrm>
            <a:prstGeom prst="round2SameRect">
              <a:avLst>
                <a:gd name="adj1" fmla="val 0"/>
                <a:gd name="adj2" fmla="val 0"/>
              </a:avLst>
            </a:prstGeom>
            <a:solidFill>
              <a:schemeClr val="accent1">
                <a:alpha val="6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GB" sz="1200">
                <a:solidFill>
                  <a:schemeClr val="tx1"/>
                </a:solidFill>
              </a:endParaRPr>
            </a:p>
          </p:txBody>
        </p:sp>
        <p:sp>
          <p:nvSpPr>
            <p:cNvPr id="14" name="Round Same-side Corner of Rectangle 13">
              <a:extLst>
                <a:ext uri="{FF2B5EF4-FFF2-40B4-BE49-F238E27FC236}">
                  <a16:creationId xmlns:a16="http://schemas.microsoft.com/office/drawing/2014/main" id="{93009E91-F6E4-CE73-805D-1BA19109C48C}"/>
                </a:ext>
              </a:extLst>
            </p:cNvPr>
            <p:cNvSpPr>
              <a:spLocks noGrp="1" noRot="1" noMove="1" noResize="1" noEditPoints="1" noAdjustHandles="1" noChangeArrowheads="1" noChangeShapeType="1"/>
            </p:cNvSpPr>
            <p:nvPr/>
          </p:nvSpPr>
          <p:spPr>
            <a:xfrm>
              <a:off x="4880193" y="3673182"/>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grpSp>
      <p:grpSp>
        <p:nvGrpSpPr>
          <p:cNvPr id="15" name="Group 14">
            <a:extLst>
              <a:ext uri="{FF2B5EF4-FFF2-40B4-BE49-F238E27FC236}">
                <a16:creationId xmlns:a16="http://schemas.microsoft.com/office/drawing/2014/main" id="{101D7BFF-DBAA-0B02-1B60-5E3BDA78F9DC}"/>
              </a:ext>
            </a:extLst>
          </p:cNvPr>
          <p:cNvGrpSpPr>
            <a:grpSpLocks noGrp="1" noUngrp="1" noRot="1" noMove="1" noResize="1"/>
          </p:cNvGrpSpPr>
          <p:nvPr userDrawn="1"/>
        </p:nvGrpSpPr>
        <p:grpSpPr>
          <a:xfrm>
            <a:off x="7322969" y="3428509"/>
            <a:ext cx="2430000" cy="3429490"/>
            <a:chOff x="7322969" y="3020872"/>
            <a:chExt cx="2430000" cy="3837127"/>
          </a:xfrm>
        </p:grpSpPr>
        <p:sp>
          <p:nvSpPr>
            <p:cNvPr id="16" name="Round Same-side Corner of Rectangle 15">
              <a:extLst>
                <a:ext uri="{FF2B5EF4-FFF2-40B4-BE49-F238E27FC236}">
                  <a16:creationId xmlns:a16="http://schemas.microsoft.com/office/drawing/2014/main" id="{B05E3AE2-7EB1-BD2E-63FF-B917164EC85A}"/>
                </a:ext>
              </a:extLst>
            </p:cNvPr>
            <p:cNvSpPr>
              <a:spLocks noGrp="1" noRot="1" noMove="1" noResize="1" noEditPoints="1" noAdjustHandles="1" noChangeArrowheads="1" noChangeShapeType="1"/>
            </p:cNvSpPr>
            <p:nvPr/>
          </p:nvSpPr>
          <p:spPr>
            <a:xfrm>
              <a:off x="7322969" y="3673182"/>
              <a:ext cx="2430000" cy="3184817"/>
            </a:xfrm>
            <a:prstGeom prst="round2SameRect">
              <a:avLst>
                <a:gd name="adj1" fmla="val 0"/>
                <a:gd name="adj2" fmla="val 0"/>
              </a:avLst>
            </a:prstGeom>
            <a:solidFill>
              <a:schemeClr val="accent1">
                <a:alpha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GB" sz="1200">
                <a:solidFill>
                  <a:schemeClr val="tx1"/>
                </a:solidFill>
              </a:endParaRPr>
            </a:p>
          </p:txBody>
        </p:sp>
        <p:sp>
          <p:nvSpPr>
            <p:cNvPr id="17" name="Round Same-side Corner of Rectangle 16">
              <a:extLst>
                <a:ext uri="{FF2B5EF4-FFF2-40B4-BE49-F238E27FC236}">
                  <a16:creationId xmlns:a16="http://schemas.microsoft.com/office/drawing/2014/main" id="{997FF054-6BBF-E1B7-68E0-350A01988CBA}"/>
                </a:ext>
              </a:extLst>
            </p:cNvPr>
            <p:cNvSpPr>
              <a:spLocks noGrp="1" noRot="1" noMove="1" noResize="1" noEditPoints="1" noAdjustHandles="1" noChangeArrowheads="1" noChangeShapeType="1"/>
            </p:cNvSpPr>
            <p:nvPr/>
          </p:nvSpPr>
          <p:spPr>
            <a:xfrm>
              <a:off x="7322969" y="3020872"/>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grpSp>
      <p:grpSp>
        <p:nvGrpSpPr>
          <p:cNvPr id="18" name="Group 17">
            <a:extLst>
              <a:ext uri="{FF2B5EF4-FFF2-40B4-BE49-F238E27FC236}">
                <a16:creationId xmlns:a16="http://schemas.microsoft.com/office/drawing/2014/main" id="{EB11B807-5BA0-1519-2CA6-3E58FD9FF49F}"/>
              </a:ext>
            </a:extLst>
          </p:cNvPr>
          <p:cNvGrpSpPr>
            <a:grpSpLocks noGrp="1" noUngrp="1" noRot="1" noMove="1" noResize="1"/>
          </p:cNvGrpSpPr>
          <p:nvPr userDrawn="1"/>
        </p:nvGrpSpPr>
        <p:grpSpPr>
          <a:xfrm>
            <a:off x="9762000" y="2818989"/>
            <a:ext cx="2432250" cy="4039012"/>
            <a:chOff x="9762000" y="2338902"/>
            <a:chExt cx="2432250" cy="4519098"/>
          </a:xfrm>
        </p:grpSpPr>
        <p:sp>
          <p:nvSpPr>
            <p:cNvPr id="19" name="Round Same-side Corner of Rectangle 18">
              <a:extLst>
                <a:ext uri="{FF2B5EF4-FFF2-40B4-BE49-F238E27FC236}">
                  <a16:creationId xmlns:a16="http://schemas.microsoft.com/office/drawing/2014/main" id="{B086CA2B-9053-219B-4815-6F5B0225CBA7}"/>
                </a:ext>
              </a:extLst>
            </p:cNvPr>
            <p:cNvSpPr>
              <a:spLocks noGrp="1" noRot="1" noMove="1" noResize="1" noEditPoints="1" noAdjustHandles="1" noChangeArrowheads="1" noChangeShapeType="1"/>
            </p:cNvSpPr>
            <p:nvPr/>
          </p:nvSpPr>
          <p:spPr>
            <a:xfrm>
              <a:off x="9764250" y="3020872"/>
              <a:ext cx="2430000" cy="3837128"/>
            </a:xfrm>
            <a:prstGeom prst="round2SameRect">
              <a:avLst>
                <a:gd name="adj1" fmla="val 0"/>
                <a:gd name="adj2" fmla="val 0"/>
              </a:avLst>
            </a:prstGeom>
            <a:solidFill>
              <a:schemeClr val="accent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88000" rtlCol="0" anchor="t" anchorCtr="0"/>
            <a:lstStyle/>
            <a:p>
              <a:endParaRPr lang="en-GB" sz="1200">
                <a:solidFill>
                  <a:schemeClr val="tx1"/>
                </a:solidFill>
              </a:endParaRPr>
            </a:p>
          </p:txBody>
        </p:sp>
        <p:sp>
          <p:nvSpPr>
            <p:cNvPr id="20" name="Round Same-side Corner of Rectangle 19">
              <a:extLst>
                <a:ext uri="{FF2B5EF4-FFF2-40B4-BE49-F238E27FC236}">
                  <a16:creationId xmlns:a16="http://schemas.microsoft.com/office/drawing/2014/main" id="{D44C6A91-49F6-8854-4ECC-6418F526D042}"/>
                </a:ext>
              </a:extLst>
            </p:cNvPr>
            <p:cNvSpPr>
              <a:spLocks noGrp="1" noRot="1" noMove="1" noResize="1" noEditPoints="1" noAdjustHandles="1" noChangeArrowheads="1" noChangeShapeType="1"/>
            </p:cNvSpPr>
            <p:nvPr/>
          </p:nvSpPr>
          <p:spPr>
            <a:xfrm>
              <a:off x="9762000" y="2338902"/>
              <a:ext cx="2430000" cy="684000"/>
            </a:xfrm>
            <a:prstGeom prst="round2SameRect">
              <a:avLst>
                <a:gd name="adj1" fmla="val 16461"/>
                <a:gd name="adj2" fmla="val 0"/>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tIns="216000" rtlCol="0" anchor="ctr" anchorCtr="0"/>
            <a:lstStyle/>
            <a:p>
              <a:endParaRPr lang="en-GB" sz="1200">
                <a:solidFill>
                  <a:schemeClr val="bg1"/>
                </a:solidFill>
              </a:endParaRPr>
            </a:p>
          </p:txBody>
        </p:sp>
      </p:grpSp>
      <p:sp>
        <p:nvSpPr>
          <p:cNvPr id="33" name="Text Placeholder 8">
            <a:extLst>
              <a:ext uri="{FF2B5EF4-FFF2-40B4-BE49-F238E27FC236}">
                <a16:creationId xmlns:a16="http://schemas.microsoft.com/office/drawing/2014/main" id="{9C6CECAF-2FCD-CB25-C97E-490120DB5B3E}"/>
              </a:ext>
            </a:extLst>
          </p:cNvPr>
          <p:cNvSpPr>
            <a:spLocks noGrp="1"/>
          </p:cNvSpPr>
          <p:nvPr>
            <p:ph type="body" sz="quarter" idx="21" hasCustomPrompt="1"/>
          </p:nvPr>
        </p:nvSpPr>
        <p:spPr>
          <a:xfrm>
            <a:off x="30948" y="5267613"/>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36" name="Text Placeholder 8">
            <a:extLst>
              <a:ext uri="{FF2B5EF4-FFF2-40B4-BE49-F238E27FC236}">
                <a16:creationId xmlns:a16="http://schemas.microsoft.com/office/drawing/2014/main" id="{CA81780F-4FE5-F92C-6C72-A68C947BF18E}"/>
              </a:ext>
            </a:extLst>
          </p:cNvPr>
          <p:cNvSpPr>
            <a:spLocks noGrp="1"/>
          </p:cNvSpPr>
          <p:nvPr>
            <p:ph type="body" sz="quarter" idx="22" hasCustomPrompt="1"/>
          </p:nvPr>
        </p:nvSpPr>
        <p:spPr>
          <a:xfrm>
            <a:off x="2494308" y="4707312"/>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44" name="Text Placeholder 8">
            <a:extLst>
              <a:ext uri="{FF2B5EF4-FFF2-40B4-BE49-F238E27FC236}">
                <a16:creationId xmlns:a16="http://schemas.microsoft.com/office/drawing/2014/main" id="{8402F88E-EB7F-5E40-49BD-06D6A63B17C1}"/>
              </a:ext>
            </a:extLst>
          </p:cNvPr>
          <p:cNvSpPr>
            <a:spLocks noGrp="1"/>
          </p:cNvSpPr>
          <p:nvPr>
            <p:ph type="body" sz="quarter" idx="23" hasCustomPrompt="1"/>
          </p:nvPr>
        </p:nvSpPr>
        <p:spPr>
          <a:xfrm>
            <a:off x="4934329" y="4124296"/>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46" name="Text Placeholder 8">
            <a:extLst>
              <a:ext uri="{FF2B5EF4-FFF2-40B4-BE49-F238E27FC236}">
                <a16:creationId xmlns:a16="http://schemas.microsoft.com/office/drawing/2014/main" id="{A5B3BECC-B872-E453-881A-27854EC887E8}"/>
              </a:ext>
            </a:extLst>
          </p:cNvPr>
          <p:cNvSpPr>
            <a:spLocks noGrp="1"/>
          </p:cNvSpPr>
          <p:nvPr>
            <p:ph type="body" sz="quarter" idx="24" hasCustomPrompt="1"/>
          </p:nvPr>
        </p:nvSpPr>
        <p:spPr>
          <a:xfrm>
            <a:off x="7377105" y="3541285"/>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49" name="Text Placeholder 8">
            <a:extLst>
              <a:ext uri="{FF2B5EF4-FFF2-40B4-BE49-F238E27FC236}">
                <a16:creationId xmlns:a16="http://schemas.microsoft.com/office/drawing/2014/main" id="{85B47DE9-A7A7-8109-4551-815FDEDBBD1B}"/>
              </a:ext>
            </a:extLst>
          </p:cNvPr>
          <p:cNvSpPr>
            <a:spLocks noGrp="1"/>
          </p:cNvSpPr>
          <p:nvPr>
            <p:ph type="body" sz="quarter" idx="25" hasCustomPrompt="1"/>
          </p:nvPr>
        </p:nvSpPr>
        <p:spPr>
          <a:xfrm>
            <a:off x="9816136" y="2931765"/>
            <a:ext cx="2321728" cy="385781"/>
          </a:xfrm>
          <a:prstGeom prst="rect">
            <a:avLst/>
          </a:prstGeom>
          <a:noFill/>
        </p:spPr>
        <p:txBody>
          <a:bodyPr>
            <a:normAutofit/>
          </a:bodyPr>
          <a:lstStyle>
            <a:lvl1pPr marL="0" indent="0">
              <a:lnSpc>
                <a:spcPts val="1440"/>
              </a:lnSpc>
              <a:buFont typeface="Wingdings" pitchFamily="2" charset="2"/>
              <a:buNone/>
              <a:defRPr sz="1200">
                <a:solidFill>
                  <a:schemeClr val="bg1"/>
                </a:solidFill>
              </a:defRPr>
            </a:lvl1pPr>
          </a:lstStyle>
          <a:p>
            <a:pPr lvl="0"/>
            <a:r>
              <a:rPr lang="en-US"/>
              <a:t>Click to edit header</a:t>
            </a:r>
          </a:p>
        </p:txBody>
      </p:sp>
      <p:sp>
        <p:nvSpPr>
          <p:cNvPr id="51" name="Text Placeholder 8">
            <a:extLst>
              <a:ext uri="{FF2B5EF4-FFF2-40B4-BE49-F238E27FC236}">
                <a16:creationId xmlns:a16="http://schemas.microsoft.com/office/drawing/2014/main" id="{11BAFEE8-E70B-73FC-5506-9BDEB51EE26B}"/>
              </a:ext>
            </a:extLst>
          </p:cNvPr>
          <p:cNvSpPr>
            <a:spLocks noGrp="1"/>
          </p:cNvSpPr>
          <p:nvPr>
            <p:ph type="body" sz="quarter" idx="26" hasCustomPrompt="1"/>
          </p:nvPr>
        </p:nvSpPr>
        <p:spPr>
          <a:xfrm>
            <a:off x="2494308" y="5426242"/>
            <a:ext cx="2321728" cy="1431758"/>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53" name="Text Placeholder 8">
            <a:extLst>
              <a:ext uri="{FF2B5EF4-FFF2-40B4-BE49-F238E27FC236}">
                <a16:creationId xmlns:a16="http://schemas.microsoft.com/office/drawing/2014/main" id="{2D063C31-A283-5A30-0F8C-FAEF9FBDAAB5}"/>
              </a:ext>
            </a:extLst>
          </p:cNvPr>
          <p:cNvSpPr>
            <a:spLocks noGrp="1"/>
          </p:cNvSpPr>
          <p:nvPr>
            <p:ph type="body" sz="quarter" idx="27" hasCustomPrompt="1"/>
          </p:nvPr>
        </p:nvSpPr>
        <p:spPr>
          <a:xfrm>
            <a:off x="4934329" y="4842164"/>
            <a:ext cx="2321728" cy="2015836"/>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55" name="Text Placeholder 8">
            <a:extLst>
              <a:ext uri="{FF2B5EF4-FFF2-40B4-BE49-F238E27FC236}">
                <a16:creationId xmlns:a16="http://schemas.microsoft.com/office/drawing/2014/main" id="{DD05B937-3DAC-40F0-D1E1-EA4F716F0198}"/>
              </a:ext>
            </a:extLst>
          </p:cNvPr>
          <p:cNvSpPr>
            <a:spLocks noGrp="1"/>
          </p:cNvSpPr>
          <p:nvPr>
            <p:ph type="body" sz="quarter" idx="28" hasCustomPrompt="1"/>
          </p:nvPr>
        </p:nvSpPr>
        <p:spPr>
          <a:xfrm>
            <a:off x="7377105" y="4270665"/>
            <a:ext cx="2321728" cy="2587336"/>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57" name="Text Placeholder 8">
            <a:extLst>
              <a:ext uri="{FF2B5EF4-FFF2-40B4-BE49-F238E27FC236}">
                <a16:creationId xmlns:a16="http://schemas.microsoft.com/office/drawing/2014/main" id="{EB15DD64-B0A6-D831-2590-1D2B649CA0FD}"/>
              </a:ext>
            </a:extLst>
          </p:cNvPr>
          <p:cNvSpPr>
            <a:spLocks noGrp="1"/>
          </p:cNvSpPr>
          <p:nvPr>
            <p:ph type="body" sz="quarter" idx="29" hasCustomPrompt="1"/>
          </p:nvPr>
        </p:nvSpPr>
        <p:spPr>
          <a:xfrm>
            <a:off x="9816136" y="3678382"/>
            <a:ext cx="2321728" cy="3179619"/>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59" name="Text Placeholder 8">
            <a:extLst>
              <a:ext uri="{FF2B5EF4-FFF2-40B4-BE49-F238E27FC236}">
                <a16:creationId xmlns:a16="http://schemas.microsoft.com/office/drawing/2014/main" id="{1C83BD06-13EA-8DBF-A1EF-F2F2D35A5657}"/>
              </a:ext>
            </a:extLst>
          </p:cNvPr>
          <p:cNvSpPr>
            <a:spLocks noGrp="1"/>
          </p:cNvSpPr>
          <p:nvPr>
            <p:ph type="body" sz="quarter" idx="30" hasCustomPrompt="1"/>
          </p:nvPr>
        </p:nvSpPr>
        <p:spPr>
          <a:xfrm>
            <a:off x="32991" y="6018436"/>
            <a:ext cx="2321728" cy="839564"/>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first level of information</a:t>
            </a:r>
          </a:p>
        </p:txBody>
      </p:sp>
      <p:sp>
        <p:nvSpPr>
          <p:cNvPr id="23" name="Text Placeholder 8">
            <a:extLst>
              <a:ext uri="{FF2B5EF4-FFF2-40B4-BE49-F238E27FC236}">
                <a16:creationId xmlns:a16="http://schemas.microsoft.com/office/drawing/2014/main" id="{CA71C9E8-30E1-69ED-3648-54F7F20C4A68}"/>
              </a:ext>
            </a:extLst>
          </p:cNvPr>
          <p:cNvSpPr>
            <a:spLocks noGrp="1"/>
          </p:cNvSpPr>
          <p:nvPr>
            <p:ph type="body" sz="quarter" idx="31" hasCustomPrompt="1"/>
          </p:nvPr>
        </p:nvSpPr>
        <p:spPr>
          <a:xfrm>
            <a:off x="32991" y="4204357"/>
            <a:ext cx="2321728" cy="839564"/>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second level of information</a:t>
            </a:r>
          </a:p>
        </p:txBody>
      </p:sp>
      <p:sp>
        <p:nvSpPr>
          <p:cNvPr id="25" name="Text Placeholder 8">
            <a:extLst>
              <a:ext uri="{FF2B5EF4-FFF2-40B4-BE49-F238E27FC236}">
                <a16:creationId xmlns:a16="http://schemas.microsoft.com/office/drawing/2014/main" id="{2D357E29-5DB0-62AD-EB91-CB611E675864}"/>
              </a:ext>
            </a:extLst>
          </p:cNvPr>
          <p:cNvSpPr>
            <a:spLocks noGrp="1"/>
          </p:cNvSpPr>
          <p:nvPr>
            <p:ph type="body" sz="quarter" idx="32" hasCustomPrompt="1"/>
          </p:nvPr>
        </p:nvSpPr>
        <p:spPr>
          <a:xfrm>
            <a:off x="2498583" y="3603812"/>
            <a:ext cx="2321728" cy="839564"/>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second level of information</a:t>
            </a:r>
          </a:p>
        </p:txBody>
      </p:sp>
      <p:sp>
        <p:nvSpPr>
          <p:cNvPr id="27" name="Text Placeholder 8">
            <a:extLst>
              <a:ext uri="{FF2B5EF4-FFF2-40B4-BE49-F238E27FC236}">
                <a16:creationId xmlns:a16="http://schemas.microsoft.com/office/drawing/2014/main" id="{54A3B0A7-2A03-AEC7-41E8-23566C219579}"/>
              </a:ext>
            </a:extLst>
          </p:cNvPr>
          <p:cNvSpPr>
            <a:spLocks noGrp="1"/>
          </p:cNvSpPr>
          <p:nvPr>
            <p:ph type="body" sz="quarter" idx="33" hasCustomPrompt="1"/>
          </p:nvPr>
        </p:nvSpPr>
        <p:spPr>
          <a:xfrm>
            <a:off x="4939008" y="3008727"/>
            <a:ext cx="2321728" cy="839564"/>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second level of information</a:t>
            </a:r>
          </a:p>
        </p:txBody>
      </p:sp>
      <p:sp>
        <p:nvSpPr>
          <p:cNvPr id="31" name="Text Placeholder 8">
            <a:extLst>
              <a:ext uri="{FF2B5EF4-FFF2-40B4-BE49-F238E27FC236}">
                <a16:creationId xmlns:a16="http://schemas.microsoft.com/office/drawing/2014/main" id="{0F28C02C-38ED-835B-AF33-2E34C0DB782A}"/>
              </a:ext>
            </a:extLst>
          </p:cNvPr>
          <p:cNvSpPr>
            <a:spLocks noGrp="1"/>
          </p:cNvSpPr>
          <p:nvPr>
            <p:ph type="body" sz="quarter" idx="34" hasCustomPrompt="1"/>
          </p:nvPr>
        </p:nvSpPr>
        <p:spPr>
          <a:xfrm>
            <a:off x="7375917" y="2434542"/>
            <a:ext cx="2321728" cy="839564"/>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second level of information</a:t>
            </a:r>
          </a:p>
        </p:txBody>
      </p:sp>
      <p:sp>
        <p:nvSpPr>
          <p:cNvPr id="34" name="Text Placeholder 8">
            <a:extLst>
              <a:ext uri="{FF2B5EF4-FFF2-40B4-BE49-F238E27FC236}">
                <a16:creationId xmlns:a16="http://schemas.microsoft.com/office/drawing/2014/main" id="{F978D2FD-6DB3-6712-8E66-D7E2BD43751E}"/>
              </a:ext>
            </a:extLst>
          </p:cNvPr>
          <p:cNvSpPr>
            <a:spLocks noGrp="1"/>
          </p:cNvSpPr>
          <p:nvPr>
            <p:ph type="body" sz="quarter" idx="35" hasCustomPrompt="1"/>
          </p:nvPr>
        </p:nvSpPr>
        <p:spPr>
          <a:xfrm>
            <a:off x="9822530" y="1850359"/>
            <a:ext cx="2321728" cy="839564"/>
          </a:xfrm>
          <a:prstGeom prst="rect">
            <a:avLst/>
          </a:prstGeom>
          <a:noFill/>
        </p:spPr>
        <p:txBody>
          <a:bodyPr>
            <a:normAutofit/>
          </a:bodyPr>
          <a:lstStyle>
            <a:lvl1pPr marL="0" indent="0">
              <a:lnSpc>
                <a:spcPts val="1440"/>
              </a:lnSpc>
              <a:buFont typeface="Wingdings" pitchFamily="2" charset="2"/>
              <a:buNone/>
              <a:defRPr sz="1200">
                <a:solidFill>
                  <a:schemeClr val="tx1"/>
                </a:solidFill>
              </a:defRPr>
            </a:lvl1pPr>
          </a:lstStyle>
          <a:p>
            <a:pPr lvl="0"/>
            <a:r>
              <a:rPr lang="en-US"/>
              <a:t>The second level of information</a:t>
            </a:r>
          </a:p>
        </p:txBody>
      </p:sp>
      <p:sp>
        <p:nvSpPr>
          <p:cNvPr id="28" name="Title 1">
            <a:extLst>
              <a:ext uri="{FF2B5EF4-FFF2-40B4-BE49-F238E27FC236}">
                <a16:creationId xmlns:a16="http://schemas.microsoft.com/office/drawing/2014/main" id="{16FB80FE-9C66-BC80-FA1E-0D2614A4BC4B}"/>
              </a:ext>
            </a:extLst>
          </p:cNvPr>
          <p:cNvSpPr>
            <a:spLocks noGrp="1"/>
          </p:cNvSpPr>
          <p:nvPr>
            <p:ph type="title" hasCustomPrompt="1"/>
          </p:nvPr>
        </p:nvSpPr>
        <p:spPr>
          <a:xfrm>
            <a:off x="339467" y="251427"/>
            <a:ext cx="10795258" cy="492151"/>
          </a:xfrm>
          <a:prstGeom prst="rect">
            <a:avLst/>
          </a:prstGeom>
        </p:spPr>
        <p:txBody>
          <a:bodyPr anchor="t" anchorCtr="0">
            <a:noAutofit/>
          </a:bodyPr>
          <a:lstStyle>
            <a:lvl1pPr>
              <a:defRPr sz="3200">
                <a:solidFill>
                  <a:schemeClr val="bg1"/>
                </a:solidFill>
              </a:defRPr>
            </a:lvl1pPr>
          </a:lstStyle>
          <a:p>
            <a:r>
              <a:rPr lang="en-GB"/>
              <a:t>Heading 1</a:t>
            </a:r>
            <a:endParaRPr lang="en-SE"/>
          </a:p>
        </p:txBody>
      </p:sp>
      <p:sp>
        <p:nvSpPr>
          <p:cNvPr id="29" name="Text Placeholder 14">
            <a:extLst>
              <a:ext uri="{FF2B5EF4-FFF2-40B4-BE49-F238E27FC236}">
                <a16:creationId xmlns:a16="http://schemas.microsoft.com/office/drawing/2014/main" id="{2CE7D622-5632-AF38-1F7C-7A0E1085DAF6}"/>
              </a:ext>
            </a:extLst>
          </p:cNvPr>
          <p:cNvSpPr>
            <a:spLocks noGrp="1"/>
          </p:cNvSpPr>
          <p:nvPr>
            <p:ph type="body" sz="quarter" idx="10" hasCustomPrompt="1"/>
          </p:nvPr>
        </p:nvSpPr>
        <p:spPr>
          <a:xfrm>
            <a:off x="339468" y="819468"/>
            <a:ext cx="10795257" cy="342900"/>
          </a:xfrm>
          <a:prstGeom prst="rect">
            <a:avLst/>
          </a:prstGeom>
        </p:spPr>
        <p:txBody>
          <a:bodyPr>
            <a:noAutofit/>
          </a:bodyPr>
          <a:lstStyle>
            <a:lvl1pPr marL="0" indent="0">
              <a:buNone/>
              <a:defRPr sz="1800">
                <a:solidFill>
                  <a:schemeClr val="bg1"/>
                </a:solidFill>
              </a:defRPr>
            </a:lvl1pPr>
          </a:lstStyle>
          <a:p>
            <a:pPr lvl="0"/>
            <a:r>
              <a:rPr lang="sv-SE"/>
              <a:t>Heading 2</a:t>
            </a:r>
            <a:endParaRPr lang="en-SE"/>
          </a:p>
        </p:txBody>
      </p:sp>
    </p:spTree>
    <p:extLst>
      <p:ext uri="{BB962C8B-B14F-4D97-AF65-F5344CB8AC3E}">
        <p14:creationId xmlns:p14="http://schemas.microsoft.com/office/powerpoint/2010/main" val="13645662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tx1"/>
        </a:solidFill>
        <a:effectLst/>
      </p:bgPr>
    </p:bg>
    <p:spTree>
      <p:nvGrpSpPr>
        <p:cNvPr id="1" name=""/>
        <p:cNvGrpSpPr/>
        <p:nvPr/>
      </p:nvGrpSpPr>
      <p:grpSpPr>
        <a:xfrm>
          <a:off x="0" y="0"/>
          <a:ext cx="0" cy="0"/>
          <a:chOff x="0" y="0"/>
          <a:chExt cx="0" cy="0"/>
        </a:xfrm>
      </p:grpSpPr>
      <p:sp>
        <p:nvSpPr>
          <p:cNvPr id="24" name="Subtitle 2">
            <a:extLst>
              <a:ext uri="{FF2B5EF4-FFF2-40B4-BE49-F238E27FC236}">
                <a16:creationId xmlns:a16="http://schemas.microsoft.com/office/drawing/2014/main" id="{804553DF-DE57-6859-0094-BE3E49E29C78}"/>
              </a:ext>
            </a:extLst>
          </p:cNvPr>
          <p:cNvSpPr>
            <a:spLocks noGrp="1"/>
          </p:cNvSpPr>
          <p:nvPr>
            <p:ph type="subTitle" idx="1" hasCustomPrompt="1"/>
          </p:nvPr>
        </p:nvSpPr>
        <p:spPr>
          <a:xfrm>
            <a:off x="337609" y="3158599"/>
            <a:ext cx="11516782" cy="540802"/>
          </a:xfrm>
          <a:prstGeom prst="rect">
            <a:avLst/>
          </a:prstGeom>
        </p:spPr>
        <p:txBody>
          <a:bodyPr anchor="ctr" anchorCtr="0">
            <a:normAutofit/>
          </a:bodyPr>
          <a:lstStyle>
            <a:lvl1pPr marL="0" indent="0" algn="ctr">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Thank you </a:t>
            </a:r>
          </a:p>
        </p:txBody>
      </p:sp>
      <p:sp>
        <p:nvSpPr>
          <p:cNvPr id="36" name="Text Placeholder 30">
            <a:extLst>
              <a:ext uri="{FF2B5EF4-FFF2-40B4-BE49-F238E27FC236}">
                <a16:creationId xmlns:a16="http://schemas.microsoft.com/office/drawing/2014/main" id="{20CFABE0-6FBF-AA4D-6054-0B5E42BC0518}"/>
              </a:ext>
            </a:extLst>
          </p:cNvPr>
          <p:cNvSpPr>
            <a:spLocks noGrp="1"/>
          </p:cNvSpPr>
          <p:nvPr>
            <p:ph type="body" sz="quarter" idx="14" hasCustomPrompt="1"/>
          </p:nvPr>
        </p:nvSpPr>
        <p:spPr>
          <a:xfrm>
            <a:off x="2526226" y="3745926"/>
            <a:ext cx="7139549" cy="388752"/>
          </a:xfrm>
          <a:prstGeom prst="rect">
            <a:avLst/>
          </a:prstGeom>
        </p:spPr>
        <p:txBody>
          <a:bodyPr anchor="ctr" anchorCtr="0">
            <a:noAutofit/>
          </a:bodyPr>
          <a:lstStyle>
            <a:lvl1pPr marL="0" indent="0" algn="ctr">
              <a:buNone/>
              <a:defRPr sz="2000">
                <a:solidFill>
                  <a:schemeClr val="tx2"/>
                </a:solidFill>
              </a:defRPr>
            </a:lvl1pPr>
          </a:lstStyle>
          <a:p>
            <a:pPr lvl="0"/>
            <a:r>
              <a:rPr lang="en-GB"/>
              <a:t>name.surname@viedoc.com</a:t>
            </a:r>
            <a:endParaRPr lang="en-SE"/>
          </a:p>
        </p:txBody>
      </p:sp>
      <p:pic>
        <p:nvPicPr>
          <p:cNvPr id="4" name="Graphic 3">
            <a:extLst>
              <a:ext uri="{FF2B5EF4-FFF2-40B4-BE49-F238E27FC236}">
                <a16:creationId xmlns:a16="http://schemas.microsoft.com/office/drawing/2014/main" id="{ADBECDAB-5549-2AE3-C1E6-13FF3A0A0F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4101" y="504680"/>
            <a:ext cx="1363526" cy="409776"/>
          </a:xfrm>
          <a:prstGeom prst="rect">
            <a:avLst/>
          </a:prstGeom>
        </p:spPr>
      </p:pic>
      <p:pic>
        <p:nvPicPr>
          <p:cNvPr id="8" name="Picture 7" descr="A black and white background with white arrows&#10;&#10;AI-generated content may be incorrect.">
            <a:extLst>
              <a:ext uri="{FF2B5EF4-FFF2-40B4-BE49-F238E27FC236}">
                <a16:creationId xmlns:a16="http://schemas.microsoft.com/office/drawing/2014/main" id="{17000252-E6D2-16B2-50D4-9857491395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91009" y="5494369"/>
            <a:ext cx="658780" cy="848560"/>
          </a:xfrm>
          <a:prstGeom prst="rect">
            <a:avLst/>
          </a:prstGeom>
        </p:spPr>
      </p:pic>
    </p:spTree>
    <p:extLst>
      <p:ext uri="{BB962C8B-B14F-4D97-AF65-F5344CB8AC3E}">
        <p14:creationId xmlns:p14="http://schemas.microsoft.com/office/powerpoint/2010/main" val="2175570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1.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B4E32771-817C-1974-E102-54C60CAABF5A}"/>
              </a:ext>
            </a:extLst>
          </p:cNvPr>
          <p:cNvSpPr/>
          <p:nvPr userDrawn="1"/>
        </p:nvSpPr>
        <p:spPr>
          <a:xfrm>
            <a:off x="0" y="0"/>
            <a:ext cx="12192000" cy="738000"/>
          </a:xfrm>
          <a:custGeom>
            <a:avLst/>
            <a:gdLst>
              <a:gd name="csX0" fmla="*/ 0 w 12192000"/>
              <a:gd name="csY0" fmla="*/ 0 h 738000"/>
              <a:gd name="csX1" fmla="*/ 12192000 w 12192000"/>
              <a:gd name="csY1" fmla="*/ 0 h 738000"/>
              <a:gd name="csX2" fmla="*/ 12192000 w 12192000"/>
              <a:gd name="csY2" fmla="*/ 738000 h 738000"/>
              <a:gd name="csX3" fmla="*/ 12190721 w 12192000"/>
              <a:gd name="csY3" fmla="*/ 738000 h 738000"/>
              <a:gd name="csX4" fmla="*/ 12187271 w 12192000"/>
              <a:gd name="csY4" fmla="*/ 703780 h 738000"/>
              <a:gd name="csX5" fmla="*/ 11959192 w 12192000"/>
              <a:gd name="csY5" fmla="*/ 517890 h 738000"/>
              <a:gd name="csX6" fmla="*/ 232810 w 12192000"/>
              <a:gd name="csY6" fmla="*/ 517890 h 738000"/>
              <a:gd name="csX7" fmla="*/ 4731 w 12192000"/>
              <a:gd name="csY7" fmla="*/ 703780 h 738000"/>
              <a:gd name="csX8" fmla="*/ 1281 w 12192000"/>
              <a:gd name="csY8" fmla="*/ 738000 h 738000"/>
              <a:gd name="csX9" fmla="*/ 0 w 12192000"/>
              <a:gd name="csY9" fmla="*/ 738000 h 738000"/>
              <a:gd name="csX10" fmla="*/ 0 w 12192000"/>
              <a:gd name="csY10" fmla="*/ 0 h 73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2192000" h="738000">
                <a:moveTo>
                  <a:pt x="0" y="0"/>
                </a:moveTo>
                <a:lnTo>
                  <a:pt x="12192000" y="0"/>
                </a:lnTo>
                <a:lnTo>
                  <a:pt x="12192000" y="738000"/>
                </a:lnTo>
                <a:lnTo>
                  <a:pt x="12190721" y="738000"/>
                </a:lnTo>
                <a:lnTo>
                  <a:pt x="12187271" y="703780"/>
                </a:lnTo>
                <a:cubicBezTo>
                  <a:pt x="12165563" y="597693"/>
                  <a:pt x="12071697" y="517890"/>
                  <a:pt x="11959192" y="517890"/>
                </a:cubicBezTo>
                <a:lnTo>
                  <a:pt x="232810" y="517890"/>
                </a:lnTo>
                <a:cubicBezTo>
                  <a:pt x="120305" y="517890"/>
                  <a:pt x="26439" y="597693"/>
                  <a:pt x="4731" y="703780"/>
                </a:cubicBezTo>
                <a:lnTo>
                  <a:pt x="1281" y="738000"/>
                </a:lnTo>
                <a:lnTo>
                  <a:pt x="0" y="738000"/>
                </a:lnTo>
                <a:lnTo>
                  <a:pt x="0" y="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l"/>
            <a:endParaRPr lang="en-SE" sz="1600">
              <a:solidFill>
                <a:schemeClr val="tx1"/>
              </a:solidFill>
            </a:endParaRPr>
          </a:p>
        </p:txBody>
      </p:sp>
      <p:sp>
        <p:nvSpPr>
          <p:cNvPr id="9" name="Title Placeholder 8">
            <a:extLst>
              <a:ext uri="{FF2B5EF4-FFF2-40B4-BE49-F238E27FC236}">
                <a16:creationId xmlns:a16="http://schemas.microsoft.com/office/drawing/2014/main" id="{F469AF90-27F4-6C8E-B9D4-EDF6C2F064C8}"/>
              </a:ext>
            </a:extLst>
          </p:cNvPr>
          <p:cNvSpPr>
            <a:spLocks noGrp="1"/>
          </p:cNvSpPr>
          <p:nvPr>
            <p:ph type="title"/>
          </p:nvPr>
        </p:nvSpPr>
        <p:spPr>
          <a:xfrm>
            <a:off x="337929" y="772767"/>
            <a:ext cx="11519453" cy="1325563"/>
          </a:xfrm>
          <a:prstGeom prst="rect">
            <a:avLst/>
          </a:prstGeom>
        </p:spPr>
        <p:txBody>
          <a:bodyPr vert="horz" lIns="91440" tIns="45720" rIns="91440" bIns="45720" rtlCol="0" anchor="ctr">
            <a:normAutofit/>
          </a:bodyPr>
          <a:lstStyle/>
          <a:p>
            <a:r>
              <a:rPr lang="en-GB"/>
              <a:t>Click to add title</a:t>
            </a:r>
            <a:endParaRPr lang="en-SE"/>
          </a:p>
        </p:txBody>
      </p:sp>
      <p:sp>
        <p:nvSpPr>
          <p:cNvPr id="11" name="Text Placeholder 10">
            <a:extLst>
              <a:ext uri="{FF2B5EF4-FFF2-40B4-BE49-F238E27FC236}">
                <a16:creationId xmlns:a16="http://schemas.microsoft.com/office/drawing/2014/main" id="{43D7559D-1D0E-C928-D441-C5BBA2967007}"/>
              </a:ext>
            </a:extLst>
          </p:cNvPr>
          <p:cNvSpPr>
            <a:spLocks noGrp="1"/>
          </p:cNvSpPr>
          <p:nvPr>
            <p:ph type="body" idx="1"/>
          </p:nvPr>
        </p:nvSpPr>
        <p:spPr>
          <a:xfrm>
            <a:off x="337929" y="2129565"/>
            <a:ext cx="11519453" cy="4047397"/>
          </a:xfrm>
          <a:prstGeom prst="rect">
            <a:avLst/>
          </a:prstGeom>
        </p:spPr>
        <p:txBody>
          <a:bodyPr vert="horz" lIns="91440" tIns="45720" rIns="91440" bIns="45720" rtlCol="0">
            <a:normAutofit/>
          </a:bodyPr>
          <a:lstStyle/>
          <a:p>
            <a:pPr lvl="0"/>
            <a:r>
              <a:rPr lang="en-GB"/>
              <a:t>Click to add text </a:t>
            </a:r>
          </a:p>
          <a:p>
            <a:pPr lvl="1"/>
            <a:r>
              <a:rPr lang="en-GB"/>
              <a:t>Second level</a:t>
            </a:r>
          </a:p>
          <a:p>
            <a:pPr lvl="2"/>
            <a:r>
              <a:rPr lang="en-GB"/>
              <a:t>Third level</a:t>
            </a:r>
          </a:p>
          <a:p>
            <a:pPr lvl="3"/>
            <a:r>
              <a:rPr lang="en-GB"/>
              <a:t>Fourth level</a:t>
            </a:r>
          </a:p>
          <a:p>
            <a:pPr lvl="4"/>
            <a:r>
              <a:rPr lang="en-GB"/>
              <a:t>Fifth level</a:t>
            </a:r>
            <a:endParaRPr lang="en-SE"/>
          </a:p>
          <a:p>
            <a:pPr lvl="0"/>
            <a:endParaRPr lang="en-GB"/>
          </a:p>
        </p:txBody>
      </p:sp>
      <p:sp>
        <p:nvSpPr>
          <p:cNvPr id="5" name="Footer Placeholder 4">
            <a:extLst>
              <a:ext uri="{FF2B5EF4-FFF2-40B4-BE49-F238E27FC236}">
                <a16:creationId xmlns:a16="http://schemas.microsoft.com/office/drawing/2014/main" id="{41F400E5-169D-5669-2AE9-332F5D255F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E"/>
          </a:p>
        </p:txBody>
      </p:sp>
      <p:sp>
        <p:nvSpPr>
          <p:cNvPr id="6" name="Date Placeholder 5">
            <a:extLst>
              <a:ext uri="{FF2B5EF4-FFF2-40B4-BE49-F238E27FC236}">
                <a16:creationId xmlns:a16="http://schemas.microsoft.com/office/drawing/2014/main" id="{3B22E5BF-5B22-2C16-7035-525ED29ABF4A}"/>
              </a:ext>
            </a:extLst>
          </p:cNvPr>
          <p:cNvSpPr>
            <a:spLocks noGrp="1"/>
          </p:cNvSpPr>
          <p:nvPr>
            <p:ph type="dt" sz="half" idx="2"/>
          </p:nvPr>
        </p:nvSpPr>
        <p:spPr>
          <a:xfrm>
            <a:off x="337929"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8D5FCF-E29E-4012-B1C8-FFA36BD03D1A}" type="datetimeFigureOut">
              <a:rPr lang="en-SE" smtClean="0"/>
              <a:t>10/08/2026</a:t>
            </a:fld>
            <a:endParaRPr lang="en-SE"/>
          </a:p>
        </p:txBody>
      </p:sp>
      <p:pic>
        <p:nvPicPr>
          <p:cNvPr id="3" name="Picture 2" descr="A white text on a black background&#10;&#10;Description automatically generated">
            <a:extLst>
              <a:ext uri="{FF2B5EF4-FFF2-40B4-BE49-F238E27FC236}">
                <a16:creationId xmlns:a16="http://schemas.microsoft.com/office/drawing/2014/main" id="{0DCF29D4-842B-C302-C4C9-E4EBE9AEECF6}"/>
              </a:ext>
            </a:extLst>
          </p:cNvPr>
          <p:cNvPicPr>
            <a:picLocks noChangeAspect="1"/>
          </p:cNvPicPr>
          <p:nvPr userDrawn="1"/>
        </p:nvPicPr>
        <p:blipFill>
          <a:blip r:embed="rId46" cstate="print">
            <a:extLst>
              <a:ext uri="{28A0092B-C50C-407E-A947-70E740481C1C}">
                <a14:useLocalDpi xmlns:a14="http://schemas.microsoft.com/office/drawing/2010/main" val="0"/>
              </a:ext>
            </a:extLst>
          </a:blip>
          <a:stretch>
            <a:fillRect/>
          </a:stretch>
        </p:blipFill>
        <p:spPr>
          <a:xfrm>
            <a:off x="11330859" y="181227"/>
            <a:ext cx="669797" cy="159177"/>
          </a:xfrm>
          <a:prstGeom prst="rect">
            <a:avLst/>
          </a:prstGeom>
        </p:spPr>
      </p:pic>
    </p:spTree>
    <p:extLst>
      <p:ext uri="{BB962C8B-B14F-4D97-AF65-F5344CB8AC3E}">
        <p14:creationId xmlns:p14="http://schemas.microsoft.com/office/powerpoint/2010/main" val="674656448"/>
      </p:ext>
    </p:extLst>
  </p:cSld>
  <p:clrMap bg1="lt1" tx1="dk1" bg2="lt2" tx2="dk2" accent1="accent1" accent2="accent2" accent3="accent3" accent4="accent4" accent5="accent5" accent6="accent6" hlink="hlink" folHlink="folHlink"/>
  <p:sldLayoutIdLst>
    <p:sldLayoutId id="2147483834" r:id="rId1"/>
    <p:sldLayoutId id="2147483895" r:id="rId2"/>
    <p:sldLayoutId id="2147483814" r:id="rId3"/>
    <p:sldLayoutId id="2147483830" r:id="rId4"/>
    <p:sldLayoutId id="2147483831" r:id="rId5"/>
    <p:sldLayoutId id="2147483832" r:id="rId6"/>
    <p:sldLayoutId id="2147483894" r:id="rId7"/>
    <p:sldLayoutId id="2147483856" r:id="rId8"/>
    <p:sldLayoutId id="2147483854" r:id="rId9"/>
    <p:sldLayoutId id="2147483805" r:id="rId10"/>
    <p:sldLayoutId id="2147483835" r:id="rId11"/>
    <p:sldLayoutId id="2147483797" r:id="rId12"/>
    <p:sldLayoutId id="2147483800" r:id="rId13"/>
    <p:sldLayoutId id="2147483843" r:id="rId14"/>
    <p:sldLayoutId id="2147483847" r:id="rId15"/>
    <p:sldLayoutId id="2147483845" r:id="rId16"/>
    <p:sldLayoutId id="2147483846" r:id="rId17"/>
    <p:sldLayoutId id="2147483807" r:id="rId18"/>
    <p:sldLayoutId id="2147483810" r:id="rId19"/>
    <p:sldLayoutId id="2147483872" r:id="rId20"/>
    <p:sldLayoutId id="2147483842" r:id="rId21"/>
    <p:sldLayoutId id="2147483806" r:id="rId22"/>
    <p:sldLayoutId id="2147483844" r:id="rId23"/>
    <p:sldLayoutId id="2147483803" r:id="rId24"/>
    <p:sldLayoutId id="2147483793" r:id="rId25"/>
    <p:sldLayoutId id="2147483839" r:id="rId26"/>
    <p:sldLayoutId id="2147483840" r:id="rId27"/>
    <p:sldLayoutId id="2147483899" r:id="rId28"/>
    <p:sldLayoutId id="2147483841" r:id="rId29"/>
    <p:sldLayoutId id="2147483896" r:id="rId30"/>
    <p:sldLayoutId id="2147483874" r:id="rId31"/>
    <p:sldLayoutId id="2147483890" r:id="rId32"/>
    <p:sldLayoutId id="2147483891" r:id="rId33"/>
    <p:sldLayoutId id="2147483892" r:id="rId34"/>
    <p:sldLayoutId id="2147483893" r:id="rId35"/>
    <p:sldLayoutId id="2147483910" r:id="rId36"/>
    <p:sldLayoutId id="2147483862" r:id="rId37"/>
    <p:sldLayoutId id="2147483903" r:id="rId38"/>
    <p:sldLayoutId id="2147483905" r:id="rId39"/>
    <p:sldLayoutId id="2147483908" r:id="rId40"/>
    <p:sldLayoutId id="2147483909" r:id="rId41"/>
    <p:sldLayoutId id="2147483823" r:id="rId42"/>
    <p:sldLayoutId id="2147483902" r:id="rId43"/>
    <p:sldLayoutId id="2147483858" r:id="rId44"/>
  </p:sldLayoutIdLst>
  <p:txStyles>
    <p:titleStyle>
      <a:lvl1pPr algn="l" defTabSz="914400" rtl="0" eaLnBrk="1" latinLnBrk="0" hangingPunct="1">
        <a:lnSpc>
          <a:spcPct val="90000"/>
        </a:lnSpc>
        <a:spcBef>
          <a:spcPct val="0"/>
        </a:spcBef>
        <a:buNone/>
        <a:defRPr sz="4400" kern="1200">
          <a:solidFill>
            <a:schemeClr val="tx1"/>
          </a:solidFill>
          <a:latin typeface="Viedoc Monument Grotesk" panose="020B0504040202060203" pitchFamily="34" charset="0"/>
          <a:ea typeface="+mj-ea"/>
          <a:cs typeface="+mj-cs"/>
        </a:defRPr>
      </a:lvl1pPr>
    </p:titleStyle>
    <p:bodyStyle>
      <a:lvl1pPr marL="0" indent="0" algn="l" defTabSz="914400" rtl="0" eaLnBrk="1" latinLnBrk="0" hangingPunct="1">
        <a:lnSpc>
          <a:spcPct val="90000"/>
        </a:lnSpc>
        <a:spcBef>
          <a:spcPts val="1000"/>
        </a:spcBef>
        <a:spcAft>
          <a:spcPts val="600"/>
        </a:spcAft>
        <a:buSzPct val="85000"/>
        <a:buFont typeface="Wingdings" pitchFamily="2" charset="2"/>
        <a:buNone/>
        <a:defRPr sz="2000" kern="1200">
          <a:solidFill>
            <a:schemeClr val="tx1"/>
          </a:solidFill>
          <a:latin typeface="Viedoc Monument Grotesk" panose="020B0504040202060203" pitchFamily="34" charset="0"/>
          <a:ea typeface="+mn-ea"/>
          <a:cs typeface="+mn-cs"/>
        </a:defRPr>
      </a:lvl1pPr>
      <a:lvl2pPr marL="0" indent="-234900" algn="l" defTabSz="914400" rtl="0" eaLnBrk="1" latinLnBrk="0" hangingPunct="1">
        <a:lnSpc>
          <a:spcPct val="90000"/>
        </a:lnSpc>
        <a:spcBef>
          <a:spcPts val="500"/>
        </a:spcBef>
        <a:buSzPct val="100000"/>
        <a:buFont typeface="Wingdings" pitchFamily="2" charset="2"/>
        <a:buChar char="§"/>
        <a:defRPr sz="2000" kern="1200">
          <a:solidFill>
            <a:schemeClr val="tx1"/>
          </a:solidFill>
          <a:latin typeface="Viedoc Monument Grotesk" panose="020B0504040202060203" pitchFamily="34" charset="0"/>
          <a:ea typeface="+mn-ea"/>
          <a:cs typeface="+mn-cs"/>
        </a:defRPr>
      </a:lvl2pPr>
      <a:lvl3pPr marL="504000" indent="-198900" algn="l" defTabSz="914400" rtl="0" eaLnBrk="1" latinLnBrk="0" hangingPunct="1">
        <a:lnSpc>
          <a:spcPct val="90000"/>
        </a:lnSpc>
        <a:spcBef>
          <a:spcPts val="500"/>
        </a:spcBef>
        <a:buSzPct val="100000"/>
        <a:buFont typeface="Wingdings" pitchFamily="2" charset="2"/>
        <a:buChar char="§"/>
        <a:defRPr sz="1600" kern="1200">
          <a:solidFill>
            <a:schemeClr val="tx1"/>
          </a:solidFill>
          <a:latin typeface="Viedoc Monument Grotesk" panose="020B0504040202060203" pitchFamily="34" charset="0"/>
          <a:ea typeface="+mn-ea"/>
          <a:cs typeface="+mn-cs"/>
        </a:defRPr>
      </a:lvl3pPr>
      <a:lvl4pPr marL="864000" indent="-198000" algn="l" defTabSz="914400" rtl="0" eaLnBrk="1" latinLnBrk="0" hangingPunct="1">
        <a:lnSpc>
          <a:spcPct val="90000"/>
        </a:lnSpc>
        <a:spcBef>
          <a:spcPts val="500"/>
        </a:spcBef>
        <a:buFont typeface="Wingdings" pitchFamily="2" charset="2"/>
        <a:buChar char="§"/>
        <a:defRPr sz="1600" kern="1200">
          <a:solidFill>
            <a:schemeClr val="tx1"/>
          </a:solidFill>
          <a:latin typeface="Viedoc Monument Grotesk" panose="020B0504040202060203" pitchFamily="34" charset="0"/>
          <a:ea typeface="+mn-ea"/>
          <a:cs typeface="+mn-cs"/>
        </a:defRPr>
      </a:lvl4pPr>
      <a:lvl5pPr marL="1224000" indent="-198000" algn="l" defTabSz="914400" rtl="0" eaLnBrk="1" latinLnBrk="0" hangingPunct="1">
        <a:lnSpc>
          <a:spcPct val="90000"/>
        </a:lnSpc>
        <a:spcBef>
          <a:spcPts val="500"/>
        </a:spcBef>
        <a:buFont typeface="Wingdings" pitchFamily="2" charset="2"/>
        <a:buChar char="§"/>
        <a:defRPr sz="1600" kern="1200">
          <a:solidFill>
            <a:schemeClr val="tx1"/>
          </a:solidFill>
          <a:latin typeface="Viedoc Monument Grotesk" panose="020B050404020206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itle.jp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566928" y="3017520"/>
            <a:ext cx="6766560" cy="960120"/>
          </a:xfrm>
        </p:spPr>
        <p:txBody>
          <a:bodyPr wrap="square" lIns="0" tIns="0" bIns="0">
            <a:noAutofit/>
          </a:bodyPr>
          <a:lstStyle/>
          <a:p>
            <a:pPr algn="l">
              <a:lnSpc>
                <a:spcPct val="95000"/>
              </a:lnSpc>
              <a:spcBef>
                <a:spcPts val="0"/>
              </a:spcBef>
              <a:spcAft>
                <a:spcPts val="0"/>
              </a:spcAft>
            </a:pPr>
            <a:r>
              <a:rPr sz="5000" b="1" i="0">
                <a:solidFill>
                  <a:srgbClr val="FFFFFF"/>
                </a:solidFill>
                <a:latin typeface="Viedoc Monument Grotesk"/>
              </a:rPr>
              <a:t>Project Daybreak</a:t>
            </a:r>
          </a:p>
        </p:txBody>
      </p:sp>
      <p:sp>
        <p:nvSpPr>
          <p:cNvPr id="4" name="TextBox 3"/>
          <p:cNvSpPr txBox="1"/>
          <p:nvPr/>
        </p:nvSpPr>
        <p:spPr>
          <a:xfrm>
            <a:off x="566928" y="2450591"/>
            <a:ext cx="6766560" cy="384048"/>
          </a:xfrm>
          <a:prstGeom prst="rect">
            <a:avLst/>
          </a:prstGeom>
          <a:noFill/>
        </p:spPr>
        <p:txBody>
          <a:bodyPr wrap="square" lIns="0" tIns="0" rIns="0" bIns="0" anchor="t">
            <a:noAutofit/>
          </a:bodyPr>
          <a:lstStyle/>
          <a:p>
            <a:pPr algn="l">
              <a:spcBef>
                <a:spcPts val="0"/>
              </a:spcBef>
              <a:spcAft>
                <a:spcPts val="0"/>
              </a:spcAft>
            </a:pPr>
            <a:r>
              <a:rPr sz="1500" b="1" i="0">
                <a:solidFill>
                  <a:srgbClr val="F4B43D"/>
                </a:solidFill>
                <a:latin typeface="Viedoc Monument Grotesk"/>
              </a:rPr>
              <a:t>1 SEPTEMBER – 30 OCTOBER 2026</a:t>
            </a:r>
          </a:p>
        </p:txBody>
      </p:sp>
      <p:sp>
        <p:nvSpPr>
          <p:cNvPr id="5" name="TextBox 4"/>
          <p:cNvSpPr txBox="1"/>
          <p:nvPr/>
        </p:nvSpPr>
        <p:spPr>
          <a:xfrm>
            <a:off x="566928" y="4023359"/>
            <a:ext cx="7863840" cy="1188720"/>
          </a:xfrm>
          <a:prstGeom prst="rect">
            <a:avLst/>
          </a:prstGeom>
          <a:noFill/>
        </p:spPr>
        <p:txBody>
          <a:bodyPr wrap="square" lIns="0" tIns="0" rIns="0" bIns="0" anchor="t">
            <a:noAutofit/>
          </a:bodyPr>
          <a:lstStyle/>
          <a:p>
            <a:pPr algn="l">
              <a:lnSpc>
                <a:spcPct val="115000"/>
              </a:lnSpc>
              <a:spcBef>
                <a:spcPts val="0"/>
              </a:spcBef>
              <a:spcAft>
                <a:spcPts val="0"/>
              </a:spcAft>
            </a:pPr>
            <a:r>
              <a:rPr sz="2100" b="0" i="0">
                <a:solidFill>
                  <a:srgbClr val="FFFFFF"/>
                </a:solidFill>
                <a:latin typeface="Viedoc Monument Grotesk"/>
              </a:rPr>
              <a:t>Getting a release from stage to production in one day</a:t>
            </a:r>
          </a:p>
          <a:p>
            <a:pPr algn="l">
              <a:lnSpc>
                <a:spcPct val="115000"/>
              </a:lnSpc>
              <a:spcBef>
                <a:spcPts val="700"/>
              </a:spcBef>
              <a:spcAft>
                <a:spcPts val="0"/>
              </a:spcAft>
            </a:pPr>
            <a:r>
              <a:rPr sz="1400" b="0" i="0">
                <a:solidFill>
                  <a:srgbClr val="FFFFFF"/>
                </a:solidFill>
                <a:latin typeface="Viedoc Monument Grotesk"/>
              </a:rPr>
              <a:t>Friday 28 August 2026  ·  Product and Development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1.jp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566928" y="2926080"/>
            <a:ext cx="6766560" cy="1417320"/>
          </a:xfrm>
        </p:spPr>
        <p:txBody>
          <a:bodyPr wrap="square" lIns="0" tIns="0" bIns="0">
            <a:noAutofit/>
          </a:bodyPr>
          <a:lstStyle/>
          <a:p>
            <a:pPr algn="l">
              <a:lnSpc>
                <a:spcPct val="95000"/>
              </a:lnSpc>
              <a:spcBef>
                <a:spcPts val="0"/>
              </a:spcBef>
              <a:spcAft>
                <a:spcPts val="0"/>
              </a:spcAft>
            </a:pPr>
            <a:r>
              <a:rPr sz="4400" b="1" i="0">
                <a:solidFill>
                  <a:srgbClr val="FFFFFF"/>
                </a:solidFill>
                <a:latin typeface="Viedoc Monument Grotesk"/>
              </a:rPr>
              <a:t>What we found</a:t>
            </a:r>
          </a:p>
        </p:txBody>
      </p:sp>
      <p:sp>
        <p:nvSpPr>
          <p:cNvPr id="4" name="TextBox 3"/>
          <p:cNvSpPr txBox="1"/>
          <p:nvPr/>
        </p:nvSpPr>
        <p:spPr>
          <a:xfrm>
            <a:off x="566928" y="2359152"/>
            <a:ext cx="6766560" cy="384048"/>
          </a:xfrm>
          <a:prstGeom prst="rect">
            <a:avLst/>
          </a:prstGeom>
          <a:noFill/>
        </p:spPr>
        <p:txBody>
          <a:bodyPr wrap="square" lIns="0" tIns="0" rIns="0" bIns="0" anchor="t">
            <a:noAutofit/>
          </a:bodyPr>
          <a:lstStyle/>
          <a:p>
            <a:pPr algn="l">
              <a:spcBef>
                <a:spcPts val="0"/>
              </a:spcBef>
              <a:spcAft>
                <a:spcPts val="0"/>
              </a:spcAft>
            </a:pPr>
            <a:r>
              <a:rPr sz="1500" b="1" i="0">
                <a:solidFill>
                  <a:srgbClr val="F4B43D"/>
                </a:solidFill>
                <a:latin typeface="Viedoc Monument Grotesk"/>
              </a:rPr>
              <a:t>PART ONE</a:t>
            </a:r>
          </a:p>
        </p:txBody>
      </p:sp>
      <p:sp>
        <p:nvSpPr>
          <p:cNvPr id="5" name="TextBox 4"/>
          <p:cNvSpPr txBox="1"/>
          <p:nvPr/>
        </p:nvSpPr>
        <p:spPr>
          <a:xfrm>
            <a:off x="566928" y="4389120"/>
            <a:ext cx="7863840" cy="1188720"/>
          </a:xfrm>
          <a:prstGeom prst="rect">
            <a:avLst/>
          </a:prstGeom>
          <a:noFill/>
        </p:spPr>
        <p:txBody>
          <a:bodyPr wrap="square" lIns="0" tIns="0" rIns="0" bIns="0" anchor="t">
            <a:noAutofit/>
          </a:bodyPr>
          <a:lstStyle/>
          <a:p>
            <a:pPr algn="l">
              <a:lnSpc>
                <a:spcPct val="115000"/>
              </a:lnSpc>
              <a:spcBef>
                <a:spcPts val="0"/>
              </a:spcBef>
              <a:spcAft>
                <a:spcPts val="0"/>
              </a:spcAft>
            </a:pPr>
            <a:r>
              <a:rPr sz="1600" b="0" i="0">
                <a:solidFill>
                  <a:srgbClr val="FFFFFF"/>
                </a:solidFill>
                <a:latin typeface="Viedoc Monument Grotesk"/>
              </a:rPr>
              <a:t>One shared shaping day with the whole department, then four more sessions with the core team.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8686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201 activities in a release. 183 of them manual.</a:t>
            </a:r>
          </a:p>
        </p:txBody>
      </p:sp>
      <p:pic>
        <p:nvPicPr>
          <p:cNvPr id="4" name="Picture 3" descr="line.png"/>
          <p:cNvPicPr>
            <a:picLocks noChangeAspect="1"/>
          </p:cNvPicPr>
          <p:nvPr/>
        </p:nvPicPr>
        <p:blipFill>
          <a:blip r:embed="rId3"/>
          <a:stretch>
            <a:fillRect/>
          </a:stretch>
        </p:blipFill>
        <p:spPr>
          <a:xfrm>
            <a:off x="566928" y="1847088"/>
            <a:ext cx="7772400" cy="4370832"/>
          </a:xfrm>
          <a:prstGeom prst="rect">
            <a:avLst/>
          </a:prstGeom>
          <a:ln w="9525">
            <a:solidFill>
              <a:srgbClr val="E6E6E6"/>
            </a:solidFill>
          </a:ln>
        </p:spPr>
      </p:pic>
      <p:sp>
        <p:nvSpPr>
          <p:cNvPr id="5" name="Rounded Rectangle 4"/>
          <p:cNvSpPr/>
          <p:nvPr/>
        </p:nvSpPr>
        <p:spPr>
          <a:xfrm>
            <a:off x="8522208" y="1847088"/>
            <a:ext cx="3108960" cy="786384"/>
          </a:xfrm>
          <a:prstGeom prst="roundRect">
            <a:avLst>
              <a:gd name="adj" fmla="val 5000"/>
            </a:avLst>
          </a:prstGeom>
          <a:solidFill>
            <a:srgbClr val="F3F2FA"/>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6" name="TextBox 5"/>
          <p:cNvSpPr txBox="1"/>
          <p:nvPr/>
        </p:nvSpPr>
        <p:spPr>
          <a:xfrm>
            <a:off x="8650224" y="1847088"/>
            <a:ext cx="969264" cy="786384"/>
          </a:xfrm>
          <a:prstGeom prst="rect">
            <a:avLst/>
          </a:prstGeom>
          <a:noFill/>
        </p:spPr>
        <p:txBody>
          <a:bodyPr wrap="square" lIns="0" tIns="0" rIns="0" bIns="0" anchor="ctr">
            <a:noAutofit/>
          </a:bodyPr>
          <a:lstStyle/>
          <a:p>
            <a:pPr algn="l">
              <a:lnSpc>
                <a:spcPct val="95000"/>
              </a:lnSpc>
              <a:spcBef>
                <a:spcPts val="0"/>
              </a:spcBef>
              <a:spcAft>
                <a:spcPts val="0"/>
              </a:spcAft>
            </a:pPr>
            <a:r>
              <a:rPr sz="2600" b="1" i="0">
                <a:solidFill>
                  <a:srgbClr val="8E7DD2"/>
                </a:solidFill>
                <a:latin typeface="Viedoc Monument Grotesk"/>
              </a:rPr>
              <a:t>201</a:t>
            </a:r>
          </a:p>
        </p:txBody>
      </p:sp>
      <p:sp>
        <p:nvSpPr>
          <p:cNvPr id="7" name="TextBox 6"/>
          <p:cNvSpPr txBox="1"/>
          <p:nvPr/>
        </p:nvSpPr>
        <p:spPr>
          <a:xfrm>
            <a:off x="9656064" y="1847088"/>
            <a:ext cx="1847088" cy="786384"/>
          </a:xfrm>
          <a:prstGeom prst="rect">
            <a:avLst/>
          </a:prstGeom>
          <a:noFill/>
        </p:spPr>
        <p:txBody>
          <a:bodyPr wrap="square" lIns="0" tIns="0" rIns="0" bIns="0" anchor="ctr">
            <a:noAutofit/>
          </a:bodyPr>
          <a:lstStyle/>
          <a:p>
            <a:pPr algn="l">
              <a:lnSpc>
                <a:spcPct val="112000"/>
              </a:lnSpc>
              <a:spcBef>
                <a:spcPts val="0"/>
              </a:spcBef>
              <a:spcAft>
                <a:spcPts val="0"/>
              </a:spcAft>
            </a:pPr>
            <a:r>
              <a:rPr sz="1100" b="0" i="0">
                <a:solidFill>
                  <a:srgbClr val="111111"/>
                </a:solidFill>
                <a:latin typeface="Viedoc Monument Grotesk"/>
              </a:rPr>
              <a:t>activities, mapped end to end</a:t>
            </a:r>
          </a:p>
        </p:txBody>
      </p:sp>
      <p:sp>
        <p:nvSpPr>
          <p:cNvPr id="8" name="Rounded Rectangle 7"/>
          <p:cNvSpPr/>
          <p:nvPr/>
        </p:nvSpPr>
        <p:spPr>
          <a:xfrm>
            <a:off x="8522208" y="2743200"/>
            <a:ext cx="3108960" cy="786384"/>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9" name="TextBox 8"/>
          <p:cNvSpPr txBox="1"/>
          <p:nvPr/>
        </p:nvSpPr>
        <p:spPr>
          <a:xfrm>
            <a:off x="8650224" y="2743200"/>
            <a:ext cx="969264" cy="786384"/>
          </a:xfrm>
          <a:prstGeom prst="rect">
            <a:avLst/>
          </a:prstGeom>
          <a:noFill/>
        </p:spPr>
        <p:txBody>
          <a:bodyPr wrap="square" lIns="0" tIns="0" rIns="0" bIns="0" anchor="ctr">
            <a:noAutofit/>
          </a:bodyPr>
          <a:lstStyle/>
          <a:p>
            <a:pPr algn="l">
              <a:lnSpc>
                <a:spcPct val="95000"/>
              </a:lnSpc>
              <a:spcBef>
                <a:spcPts val="0"/>
              </a:spcBef>
              <a:spcAft>
                <a:spcPts val="0"/>
              </a:spcAft>
            </a:pPr>
            <a:r>
              <a:rPr sz="2600" b="1" i="0">
                <a:solidFill>
                  <a:srgbClr val="FF865F"/>
                </a:solidFill>
                <a:latin typeface="Viedoc Monument Grotesk"/>
              </a:rPr>
              <a:t>183</a:t>
            </a:r>
          </a:p>
        </p:txBody>
      </p:sp>
      <p:sp>
        <p:nvSpPr>
          <p:cNvPr id="10" name="TextBox 9"/>
          <p:cNvSpPr txBox="1"/>
          <p:nvPr/>
        </p:nvSpPr>
        <p:spPr>
          <a:xfrm>
            <a:off x="9656064" y="2743200"/>
            <a:ext cx="1847088" cy="786384"/>
          </a:xfrm>
          <a:prstGeom prst="rect">
            <a:avLst/>
          </a:prstGeom>
          <a:noFill/>
        </p:spPr>
        <p:txBody>
          <a:bodyPr wrap="square" lIns="0" tIns="0" rIns="0" bIns="0" anchor="ctr">
            <a:noAutofit/>
          </a:bodyPr>
          <a:lstStyle/>
          <a:p>
            <a:pPr algn="l">
              <a:lnSpc>
                <a:spcPct val="112000"/>
              </a:lnSpc>
              <a:spcBef>
                <a:spcPts val="0"/>
              </a:spcBef>
              <a:spcAft>
                <a:spcPts val="0"/>
              </a:spcAft>
            </a:pPr>
            <a:r>
              <a:rPr sz="1100" b="0" i="0">
                <a:solidFill>
                  <a:srgbClr val="111111"/>
                </a:solidFill>
                <a:latin typeface="Viedoc Monument Grotesk"/>
              </a:rPr>
              <a:t>of them manual</a:t>
            </a:r>
          </a:p>
        </p:txBody>
      </p:sp>
      <p:sp>
        <p:nvSpPr>
          <p:cNvPr id="11" name="Rounded Rectangle 10"/>
          <p:cNvSpPr/>
          <p:nvPr/>
        </p:nvSpPr>
        <p:spPr>
          <a:xfrm>
            <a:off x="8522208" y="3639312"/>
            <a:ext cx="3108960" cy="786384"/>
          </a:xfrm>
          <a:prstGeom prst="roundRect">
            <a:avLst>
              <a:gd name="adj" fmla="val 5000"/>
            </a:avLst>
          </a:prstGeom>
          <a:solidFill>
            <a:srgbClr val="E7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2" name="TextBox 11"/>
          <p:cNvSpPr txBox="1"/>
          <p:nvPr/>
        </p:nvSpPr>
        <p:spPr>
          <a:xfrm>
            <a:off x="8650224" y="3639312"/>
            <a:ext cx="969264" cy="786384"/>
          </a:xfrm>
          <a:prstGeom prst="rect">
            <a:avLst/>
          </a:prstGeom>
          <a:noFill/>
        </p:spPr>
        <p:txBody>
          <a:bodyPr wrap="square" lIns="0" tIns="0" rIns="0" bIns="0" anchor="ctr">
            <a:noAutofit/>
          </a:bodyPr>
          <a:lstStyle/>
          <a:p>
            <a:pPr algn="l">
              <a:lnSpc>
                <a:spcPct val="95000"/>
              </a:lnSpc>
              <a:spcBef>
                <a:spcPts val="0"/>
              </a:spcBef>
              <a:spcAft>
                <a:spcPts val="0"/>
              </a:spcAft>
            </a:pPr>
            <a:r>
              <a:rPr sz="2600" b="1" i="0">
                <a:solidFill>
                  <a:srgbClr val="1295D8"/>
                </a:solidFill>
                <a:latin typeface="Viedoc Monument Grotesk"/>
              </a:rPr>
              <a:t>301</a:t>
            </a:r>
          </a:p>
        </p:txBody>
      </p:sp>
      <p:sp>
        <p:nvSpPr>
          <p:cNvPr id="13" name="TextBox 12"/>
          <p:cNvSpPr txBox="1"/>
          <p:nvPr/>
        </p:nvSpPr>
        <p:spPr>
          <a:xfrm>
            <a:off x="9656064" y="3639312"/>
            <a:ext cx="1847088" cy="786384"/>
          </a:xfrm>
          <a:prstGeom prst="rect">
            <a:avLst/>
          </a:prstGeom>
          <a:noFill/>
        </p:spPr>
        <p:txBody>
          <a:bodyPr wrap="square" lIns="0" tIns="0" rIns="0" bIns="0" anchor="ctr">
            <a:noAutofit/>
          </a:bodyPr>
          <a:lstStyle/>
          <a:p>
            <a:pPr algn="l">
              <a:lnSpc>
                <a:spcPct val="112000"/>
              </a:lnSpc>
              <a:spcBef>
                <a:spcPts val="0"/>
              </a:spcBef>
              <a:spcAft>
                <a:spcPts val="0"/>
              </a:spcAft>
            </a:pPr>
            <a:r>
              <a:rPr sz="1100" b="0" i="0">
                <a:solidFill>
                  <a:srgbClr val="111111"/>
                </a:solidFill>
                <a:latin typeface="Viedoc Monument Grotesk"/>
              </a:rPr>
              <a:t>dependencies between them</a:t>
            </a:r>
          </a:p>
        </p:txBody>
      </p:sp>
      <p:sp>
        <p:nvSpPr>
          <p:cNvPr id="14" name="Rounded Rectangle 13"/>
          <p:cNvSpPr/>
          <p:nvPr/>
        </p:nvSpPr>
        <p:spPr>
          <a:xfrm>
            <a:off x="8522208" y="4535424"/>
            <a:ext cx="3108960" cy="786384"/>
          </a:xfrm>
          <a:prstGeom prst="roundRect">
            <a:avLst>
              <a:gd name="adj" fmla="val 5000"/>
            </a:avLst>
          </a:prstGeom>
          <a:solidFill>
            <a:srgbClr val="FDF7E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5" name="TextBox 14"/>
          <p:cNvSpPr txBox="1"/>
          <p:nvPr/>
        </p:nvSpPr>
        <p:spPr>
          <a:xfrm>
            <a:off x="8650224" y="4535424"/>
            <a:ext cx="969264" cy="786384"/>
          </a:xfrm>
          <a:prstGeom prst="rect">
            <a:avLst/>
          </a:prstGeom>
          <a:noFill/>
        </p:spPr>
        <p:txBody>
          <a:bodyPr wrap="square" lIns="0" tIns="0" rIns="0" bIns="0" anchor="ctr">
            <a:noAutofit/>
          </a:bodyPr>
          <a:lstStyle/>
          <a:p>
            <a:pPr algn="l">
              <a:lnSpc>
                <a:spcPct val="95000"/>
              </a:lnSpc>
              <a:spcBef>
                <a:spcPts val="0"/>
              </a:spcBef>
              <a:spcAft>
                <a:spcPts val="0"/>
              </a:spcAft>
            </a:pPr>
            <a:r>
              <a:rPr sz="2600" b="1" i="0">
                <a:solidFill>
                  <a:srgbClr val="F4B43D"/>
                </a:solidFill>
                <a:latin typeface="Viedoc Monument Grotesk"/>
              </a:rPr>
              <a:t>104</a:t>
            </a:r>
          </a:p>
        </p:txBody>
      </p:sp>
      <p:sp>
        <p:nvSpPr>
          <p:cNvPr id="16" name="TextBox 15"/>
          <p:cNvSpPr txBox="1"/>
          <p:nvPr/>
        </p:nvSpPr>
        <p:spPr>
          <a:xfrm>
            <a:off x="9656064" y="4535424"/>
            <a:ext cx="1847088" cy="786384"/>
          </a:xfrm>
          <a:prstGeom prst="rect">
            <a:avLst/>
          </a:prstGeom>
          <a:noFill/>
        </p:spPr>
        <p:txBody>
          <a:bodyPr wrap="square" lIns="0" tIns="0" rIns="0" bIns="0" anchor="ctr">
            <a:noAutofit/>
          </a:bodyPr>
          <a:lstStyle/>
          <a:p>
            <a:pPr algn="l">
              <a:lnSpc>
                <a:spcPct val="112000"/>
              </a:lnSpc>
              <a:spcBef>
                <a:spcPts val="0"/>
              </a:spcBef>
              <a:spcAft>
                <a:spcPts val="0"/>
              </a:spcAft>
            </a:pPr>
            <a:r>
              <a:rPr sz="1100" b="0" i="0">
                <a:solidFill>
                  <a:srgbClr val="111111"/>
                </a:solidFill>
                <a:latin typeface="Viedoc Monument Grotesk"/>
              </a:rPr>
              <a:t>hand-overs between teams</a:t>
            </a:r>
          </a:p>
        </p:txBody>
      </p:sp>
      <p:sp>
        <p:nvSpPr>
          <p:cNvPr id="17" name="Rounded Rectangle 16"/>
          <p:cNvSpPr/>
          <p:nvPr/>
        </p:nvSpPr>
        <p:spPr>
          <a:xfrm>
            <a:off x="8522208" y="5431536"/>
            <a:ext cx="3108960" cy="786384"/>
          </a:xfrm>
          <a:prstGeom prst="roundRect">
            <a:avLst>
              <a:gd name="adj" fmla="val 5000"/>
            </a:avLst>
          </a:prstGeom>
          <a:solidFill>
            <a:srgbClr val="F2F9F5"/>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8" name="TextBox 17"/>
          <p:cNvSpPr txBox="1"/>
          <p:nvPr/>
        </p:nvSpPr>
        <p:spPr>
          <a:xfrm>
            <a:off x="8650224" y="5431536"/>
            <a:ext cx="969264" cy="786384"/>
          </a:xfrm>
          <a:prstGeom prst="rect">
            <a:avLst/>
          </a:prstGeom>
          <a:noFill/>
        </p:spPr>
        <p:txBody>
          <a:bodyPr wrap="square" lIns="0" tIns="0" rIns="0" bIns="0" anchor="ctr">
            <a:noAutofit/>
          </a:bodyPr>
          <a:lstStyle/>
          <a:p>
            <a:pPr algn="l">
              <a:lnSpc>
                <a:spcPct val="95000"/>
              </a:lnSpc>
              <a:spcBef>
                <a:spcPts val="0"/>
              </a:spcBef>
              <a:spcAft>
                <a:spcPts val="0"/>
              </a:spcAft>
            </a:pPr>
            <a:r>
              <a:rPr sz="2600" b="1" i="0">
                <a:solidFill>
                  <a:srgbClr val="7DC6A0"/>
                </a:solidFill>
                <a:latin typeface="Viedoc Monument Grotesk"/>
              </a:rPr>
              <a:t>37</a:t>
            </a:r>
          </a:p>
        </p:txBody>
      </p:sp>
      <p:sp>
        <p:nvSpPr>
          <p:cNvPr id="19" name="TextBox 18"/>
          <p:cNvSpPr txBox="1"/>
          <p:nvPr/>
        </p:nvSpPr>
        <p:spPr>
          <a:xfrm>
            <a:off x="9656064" y="5431536"/>
            <a:ext cx="1847088" cy="786384"/>
          </a:xfrm>
          <a:prstGeom prst="rect">
            <a:avLst/>
          </a:prstGeom>
          <a:noFill/>
        </p:spPr>
        <p:txBody>
          <a:bodyPr wrap="square" lIns="0" tIns="0" rIns="0" bIns="0" anchor="ctr">
            <a:noAutofit/>
          </a:bodyPr>
          <a:lstStyle/>
          <a:p>
            <a:pPr algn="l">
              <a:lnSpc>
                <a:spcPct val="112000"/>
              </a:lnSpc>
              <a:spcBef>
                <a:spcPts val="0"/>
              </a:spcBef>
              <a:spcAft>
                <a:spcPts val="0"/>
              </a:spcAft>
            </a:pPr>
            <a:r>
              <a:rPr sz="1100" b="0" i="0">
                <a:solidFill>
                  <a:srgbClr val="111111"/>
                </a:solidFill>
                <a:latin typeface="Viedoc Monument Grotesk"/>
              </a:rPr>
              <a:t>carry a duration we can add up</a:t>
            </a:r>
          </a:p>
        </p:txBody>
      </p:sp>
      <p:sp>
        <p:nvSpPr>
          <p:cNvPr id="20" name="TextBox 19"/>
          <p:cNvSpPr txBox="1"/>
          <p:nvPr/>
        </p:nvSpPr>
        <p:spPr>
          <a:xfrm>
            <a:off x="566928" y="6382512"/>
            <a:ext cx="11064240" cy="365760"/>
          </a:xfrm>
          <a:prstGeom prst="rect">
            <a:avLst/>
          </a:prstGeom>
          <a:noFill/>
        </p:spPr>
        <p:txBody>
          <a:bodyPr wrap="square" lIns="0" tIns="0" rIns="0" bIns="0" anchor="t">
            <a:noAutofit/>
          </a:bodyPr>
          <a:lstStyle/>
          <a:p>
            <a:pPr algn="l">
              <a:spcBef>
                <a:spcPts val="0"/>
              </a:spcBef>
              <a:spcAft>
                <a:spcPts val="0"/>
              </a:spcAft>
            </a:pPr>
            <a:r>
              <a:rPr sz="1100" b="0" i="0">
                <a:solidFill>
                  <a:srgbClr val="707070"/>
                </a:solidFill>
                <a:latin typeface="Viedoc Monument Grotesk"/>
              </a:rPr>
              <a:t>Every activity, who does it, how long it takes, whether it's manual. The longest chain through it is 42 activities. The second tab on the shared page is where we're heading.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960120"/>
          </a:xfrm>
        </p:spPr>
        <p:txBody>
          <a:bodyPr wrap="square" lIns="0" tIns="0" bIns="0">
            <a:noAutofit/>
          </a:bodyPr>
          <a:lstStyle/>
          <a:p>
            <a:pPr algn="l">
              <a:lnSpc>
                <a:spcPct val="98000"/>
              </a:lnSpc>
              <a:spcBef>
                <a:spcPts val="0"/>
              </a:spcBef>
              <a:spcAft>
                <a:spcPts val="0"/>
              </a:spcAft>
            </a:pPr>
            <a:r>
              <a:rPr sz="3200" b="1" i="0">
                <a:solidFill>
                  <a:srgbClr val="111111"/>
                </a:solidFill>
                <a:latin typeface="Viedoc Monument Grotesk"/>
              </a:rPr>
              <a:t>From the test lead's approval to live in all four regions — inside 24 hours.</a:t>
            </a:r>
          </a:p>
        </p:txBody>
      </p:sp>
      <p:sp>
        <p:nvSpPr>
          <p:cNvPr id="4" name="Rounded Rectangle 3"/>
          <p:cNvSpPr/>
          <p:nvPr/>
        </p:nvSpPr>
        <p:spPr>
          <a:xfrm>
            <a:off x="566928" y="2148840"/>
            <a:ext cx="3538728" cy="3017520"/>
          </a:xfrm>
          <a:prstGeom prst="roundRect">
            <a:avLst>
              <a:gd name="adj" fmla="val 5000"/>
            </a:avLst>
          </a:prstGeom>
          <a:solidFill>
            <a:srgbClr val="F3F2FA"/>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91440" rtlCol="0" anchor="t">
            <a:noAutofit/>
          </a:bodyPr>
          <a:lstStyle/>
          <a:p>
            <a:pPr algn="l">
              <a:spcBef>
                <a:spcPts val="0"/>
              </a:spcBef>
              <a:spcAft>
                <a:spcPts val="800"/>
              </a:spcAft>
            </a:pPr>
            <a:r>
              <a:rPr sz="1900" b="1" i="0">
                <a:solidFill>
                  <a:srgbClr val="8E7DD2"/>
                </a:solidFill>
                <a:latin typeface="Viedoc Monument Grotesk"/>
              </a:rPr>
              <a:t>The clock</a:t>
            </a:r>
          </a:p>
          <a:p>
            <a:pPr algn="l">
              <a:lnSpc>
                <a:spcPct val="114000"/>
              </a:lnSpc>
              <a:spcBef>
                <a:spcPts val="0"/>
              </a:spcBef>
              <a:spcAft>
                <a:spcPts val="700"/>
              </a:spcAft>
            </a:pPr>
            <a:r>
              <a:rPr sz="1250" b="0" i="0">
                <a:solidFill>
                  <a:srgbClr val="111111"/>
                </a:solidFill>
                <a:latin typeface="Viedoc Monument Grotesk"/>
              </a:rPr>
              <a:t>Starts when regression is approved and the release is free to move.</a:t>
            </a:r>
          </a:p>
          <a:p>
            <a:pPr algn="l">
              <a:lnSpc>
                <a:spcPct val="114000"/>
              </a:lnSpc>
              <a:spcBef>
                <a:spcPts val="0"/>
              </a:spcBef>
              <a:spcAft>
                <a:spcPts val="700"/>
              </a:spcAft>
            </a:pPr>
            <a:r>
              <a:rPr sz="1250" b="0" i="0">
                <a:solidFill>
                  <a:srgbClr val="111111"/>
                </a:solidFill>
                <a:latin typeface="Viedoc Monument Grotesk"/>
              </a:rPr>
              <a:t>Stops when the last production environment is live and qualified.</a:t>
            </a:r>
          </a:p>
          <a:p>
            <a:pPr algn="l">
              <a:lnSpc>
                <a:spcPct val="114000"/>
              </a:lnSpc>
              <a:spcBef>
                <a:spcPts val="0"/>
              </a:spcBef>
              <a:spcAft>
                <a:spcPts val="700"/>
              </a:spcAft>
            </a:pPr>
            <a:r>
              <a:rPr sz="1250" b="0" i="0">
                <a:solidFill>
                  <a:srgbClr val="111111"/>
                </a:solidFill>
                <a:latin typeface="Viedoc Monument Grotesk"/>
              </a:rPr>
              <a:t>No release has ever been timed. 4.96 is stamped at every step in week 1, so there is a baseline to beat.</a:t>
            </a:r>
          </a:p>
        </p:txBody>
      </p:sp>
      <p:sp>
        <p:nvSpPr>
          <p:cNvPr id="5" name="Rounded Rectangle 4"/>
          <p:cNvSpPr/>
          <p:nvPr/>
        </p:nvSpPr>
        <p:spPr>
          <a:xfrm>
            <a:off x="4334256" y="2148840"/>
            <a:ext cx="3538728" cy="3017520"/>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91440" rtlCol="0" anchor="t">
            <a:noAutofit/>
          </a:bodyPr>
          <a:lstStyle/>
          <a:p>
            <a:pPr algn="l">
              <a:spcBef>
                <a:spcPts val="0"/>
              </a:spcBef>
              <a:spcAft>
                <a:spcPts val="800"/>
              </a:spcAft>
            </a:pPr>
            <a:r>
              <a:rPr sz="1900" b="1" i="0">
                <a:solidFill>
                  <a:srgbClr val="FF865F"/>
                </a:solidFill>
                <a:latin typeface="Viedoc Monument Grotesk"/>
              </a:rPr>
              <a:t>The prize</a:t>
            </a:r>
          </a:p>
          <a:p>
            <a:pPr algn="l">
              <a:lnSpc>
                <a:spcPct val="114000"/>
              </a:lnSpc>
              <a:spcBef>
                <a:spcPts val="0"/>
              </a:spcBef>
              <a:spcAft>
                <a:spcPts val="700"/>
              </a:spcAft>
            </a:pPr>
            <a:r>
              <a:rPr sz="1250" b="0" i="0">
                <a:solidFill>
                  <a:srgbClr val="111111"/>
                </a:solidFill>
                <a:latin typeface="Viedoc Monument Grotesk"/>
              </a:rPr>
              <a:t>Every release. 183 of 201 activities are manual today and 104 hand work between teams. Fewer steps, fewer hand-overs, reproducible, less to get wrong by hand.</a:t>
            </a:r>
          </a:p>
          <a:p>
            <a:pPr algn="l">
              <a:lnSpc>
                <a:spcPct val="114000"/>
              </a:lnSpc>
              <a:spcBef>
                <a:spcPts val="0"/>
              </a:spcBef>
              <a:spcAft>
                <a:spcPts val="700"/>
              </a:spcAft>
            </a:pPr>
            <a:r>
              <a:rPr sz="1250" b="0" i="0">
                <a:solidFill>
                  <a:srgbClr val="111111"/>
                </a:solidFill>
                <a:latin typeface="Viedoc Monument Grotesk"/>
              </a:rPr>
              <a:t>Hotfixes and security patches are the sharpest case. No separate path — a hotfix runs the same chain, and it is smaller because a hotfix is smaller. One package in the manifest instead of 39.</a:t>
            </a:r>
          </a:p>
        </p:txBody>
      </p:sp>
      <p:sp>
        <p:nvSpPr>
          <p:cNvPr id="6" name="Rounded Rectangle 5"/>
          <p:cNvSpPr/>
          <p:nvPr/>
        </p:nvSpPr>
        <p:spPr>
          <a:xfrm>
            <a:off x="8101583" y="2148840"/>
            <a:ext cx="3538728" cy="3017520"/>
          </a:xfrm>
          <a:prstGeom prst="roundRect">
            <a:avLst>
              <a:gd name="adj" fmla="val 5000"/>
            </a:avLst>
          </a:prstGeom>
          <a:solidFill>
            <a:srgbClr val="E7F4FB"/>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28016" rIns="146304" bIns="91440" rtlCol="0" anchor="t">
            <a:noAutofit/>
          </a:bodyPr>
          <a:lstStyle/>
          <a:p>
            <a:pPr algn="l">
              <a:spcBef>
                <a:spcPts val="0"/>
              </a:spcBef>
              <a:spcAft>
                <a:spcPts val="800"/>
              </a:spcAft>
            </a:pPr>
            <a:r>
              <a:rPr sz="1900" b="1" i="0">
                <a:solidFill>
                  <a:srgbClr val="1295D8"/>
                </a:solidFill>
                <a:latin typeface="Viedoc Monument Grotesk"/>
              </a:rPr>
              <a:t>The proof</a:t>
            </a:r>
          </a:p>
          <a:p>
            <a:pPr algn="l">
              <a:lnSpc>
                <a:spcPct val="114000"/>
              </a:lnSpc>
              <a:spcBef>
                <a:spcPts val="0"/>
              </a:spcBef>
              <a:spcAft>
                <a:spcPts val="700"/>
              </a:spcAft>
            </a:pPr>
            <a:r>
              <a:rPr sz="1250" b="0" i="0">
                <a:solidFill>
                  <a:srgbClr val="111111"/>
                </a:solidFill>
                <a:latin typeface="Viedoc Monument Grotesk"/>
              </a:rPr>
              <a:t>Five drill releases, the last one timed.</a:t>
            </a:r>
          </a:p>
          <a:p>
            <a:pPr algn="l">
              <a:lnSpc>
                <a:spcPct val="114000"/>
              </a:lnSpc>
              <a:spcBef>
                <a:spcPts val="0"/>
              </a:spcBef>
              <a:spcAft>
                <a:spcPts val="700"/>
              </a:spcAft>
            </a:pPr>
            <a:r>
              <a:rPr sz="1250" b="0" i="0">
                <a:solidFill>
                  <a:srgbClr val="111111"/>
                </a:solidFill>
                <a:latin typeface="Viedoc Monument Grotesk"/>
              </a:rPr>
              <a:t>There is no real release inside the window: 4.96 ships in week 1 on the old process, and 4.97 is locked from 8 September.</a:t>
            </a:r>
          </a:p>
          <a:p>
            <a:pPr algn="l">
              <a:lnSpc>
                <a:spcPct val="114000"/>
              </a:lnSpc>
              <a:spcBef>
                <a:spcPts val="0"/>
              </a:spcBef>
              <a:spcAft>
                <a:spcPts val="700"/>
              </a:spcAft>
            </a:pPr>
            <a:r>
              <a:rPr sz="1250" b="0" i="0">
                <a:solidFill>
                  <a:srgbClr val="111111"/>
                </a:solidFill>
                <a:latin typeface="Viedoc Monument Grotesk"/>
              </a:rPr>
              <a:t>4.96 is the only release we will measure the same way we measure the drills. Older releases give a rough comparison, not the same clock.</a:t>
            </a:r>
          </a:p>
        </p:txBody>
      </p:sp>
      <p:sp>
        <p:nvSpPr>
          <p:cNvPr id="7" name="TextBox 6"/>
          <p:cNvSpPr txBox="1"/>
          <p:nvPr/>
        </p:nvSpPr>
        <p:spPr>
          <a:xfrm>
            <a:off x="566928" y="5349240"/>
            <a:ext cx="11064240" cy="365760"/>
          </a:xfrm>
          <a:prstGeom prst="rect">
            <a:avLst/>
          </a:prstGeom>
          <a:noFill/>
        </p:spPr>
        <p:txBody>
          <a:bodyPr wrap="square" lIns="0" tIns="0" rIns="0" bIns="0" anchor="t">
            <a:noAutofit/>
          </a:bodyPr>
          <a:lstStyle/>
          <a:p>
            <a:pPr algn="l">
              <a:spcBef>
                <a:spcPts val="0"/>
              </a:spcBef>
              <a:spcAft>
                <a:spcPts val="0"/>
              </a:spcAft>
            </a:pPr>
            <a:r>
              <a:rPr sz="1100" b="0" i="0">
                <a:solidFill>
                  <a:srgbClr val="707070"/>
                </a:solidFill>
                <a:latin typeface="Viedoc Monument Grotesk"/>
              </a:rPr>
              <a:t>Regression testing itself is out of scope and outside the clock. What changes is the environment it runs on, and that its result becomes an artifact.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2.jpg"/>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566928" y="2926080"/>
            <a:ext cx="6766560" cy="1417320"/>
          </a:xfrm>
        </p:spPr>
        <p:txBody>
          <a:bodyPr wrap="square" lIns="0" tIns="0" bIns="0">
            <a:noAutofit/>
          </a:bodyPr>
          <a:lstStyle/>
          <a:p>
            <a:pPr algn="l">
              <a:lnSpc>
                <a:spcPct val="95000"/>
              </a:lnSpc>
              <a:spcBef>
                <a:spcPts val="0"/>
              </a:spcBef>
              <a:spcAft>
                <a:spcPts val="0"/>
              </a:spcAft>
            </a:pPr>
            <a:r>
              <a:rPr sz="4400" b="1" i="0">
                <a:solidFill>
                  <a:srgbClr val="FFFFFF"/>
                </a:solidFill>
                <a:latin typeface="Viedoc Monument Grotesk"/>
              </a:rPr>
              <a:t>Where we're going</a:t>
            </a:r>
          </a:p>
        </p:txBody>
      </p:sp>
      <p:sp>
        <p:nvSpPr>
          <p:cNvPr id="4" name="TextBox 3"/>
          <p:cNvSpPr txBox="1"/>
          <p:nvPr/>
        </p:nvSpPr>
        <p:spPr>
          <a:xfrm>
            <a:off x="566928" y="2359152"/>
            <a:ext cx="6766560" cy="384048"/>
          </a:xfrm>
          <a:prstGeom prst="rect">
            <a:avLst/>
          </a:prstGeom>
          <a:noFill/>
        </p:spPr>
        <p:txBody>
          <a:bodyPr wrap="square" lIns="0" tIns="0" rIns="0" bIns="0" anchor="t">
            <a:noAutofit/>
          </a:bodyPr>
          <a:lstStyle/>
          <a:p>
            <a:pPr algn="l">
              <a:spcBef>
                <a:spcPts val="0"/>
              </a:spcBef>
              <a:spcAft>
                <a:spcPts val="0"/>
              </a:spcAft>
            </a:pPr>
            <a:r>
              <a:rPr sz="1500" b="1" i="0">
                <a:solidFill>
                  <a:srgbClr val="F4B43D"/>
                </a:solidFill>
                <a:latin typeface="Viedoc Monument Grotesk"/>
              </a:rPr>
              <a:t>PART TWO</a:t>
            </a:r>
          </a:p>
        </p:txBody>
      </p:sp>
      <p:sp>
        <p:nvSpPr>
          <p:cNvPr id="5" name="TextBox 4"/>
          <p:cNvSpPr txBox="1"/>
          <p:nvPr/>
        </p:nvSpPr>
        <p:spPr>
          <a:xfrm>
            <a:off x="566928" y="4389120"/>
            <a:ext cx="7863840" cy="1188720"/>
          </a:xfrm>
          <a:prstGeom prst="rect">
            <a:avLst/>
          </a:prstGeom>
          <a:noFill/>
        </p:spPr>
        <p:txBody>
          <a:bodyPr wrap="square" lIns="0" tIns="0" rIns="0" bIns="0" anchor="t">
            <a:noAutofit/>
          </a:bodyPr>
          <a:lstStyle/>
          <a:p>
            <a:pPr algn="l">
              <a:lnSpc>
                <a:spcPct val="115000"/>
              </a:lnSpc>
              <a:spcBef>
                <a:spcPts val="0"/>
              </a:spcBef>
              <a:spcAft>
                <a:spcPts val="0"/>
              </a:spcAft>
            </a:pPr>
            <a:r>
              <a:rPr sz="1600" b="0" i="0">
                <a:solidFill>
                  <a:srgbClr val="FFFFFF"/>
                </a:solidFill>
                <a:latin typeface="Viedoc Monument Grotesk"/>
              </a:rPr>
              <a:t>Seven stages, from a merge into main to production in all four regions.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6400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The chain</a:t>
            </a:r>
          </a:p>
        </p:txBody>
      </p:sp>
      <p:sp>
        <p:nvSpPr>
          <p:cNvPr id="4" name="TextBox 3"/>
          <p:cNvSpPr txBox="1"/>
          <p:nvPr/>
        </p:nvSpPr>
        <p:spPr>
          <a:xfrm>
            <a:off x="566928" y="1481328"/>
            <a:ext cx="11064240" cy="310896"/>
          </a:xfrm>
          <a:prstGeom prst="rect">
            <a:avLst/>
          </a:prstGeom>
          <a:noFill/>
        </p:spPr>
        <p:txBody>
          <a:bodyPr wrap="square" lIns="0" tIns="0" rIns="0" bIns="0" anchor="t">
            <a:noAutofit/>
          </a:bodyPr>
          <a:lstStyle/>
          <a:p>
            <a:pPr algn="l">
              <a:spcBef>
                <a:spcPts val="0"/>
              </a:spcBef>
              <a:spcAft>
                <a:spcPts val="0"/>
              </a:spcAft>
            </a:pPr>
            <a:r>
              <a:rPr sz="1400" b="0" i="0">
                <a:solidFill>
                  <a:srgbClr val="707070"/>
                </a:solidFill>
                <a:latin typeface="Viedoc Monument Grotesk"/>
              </a:rPr>
              <a:t>28 pipelines. 25 of them run during a release. A person queues one thing.</a:t>
            </a:r>
          </a:p>
        </p:txBody>
      </p:sp>
      <p:sp>
        <p:nvSpPr>
          <p:cNvPr id="5" name="Rounded Rectangle 4"/>
          <p:cNvSpPr/>
          <p:nvPr/>
        </p:nvSpPr>
        <p:spPr>
          <a:xfrm>
            <a:off x="566928" y="1993392"/>
            <a:ext cx="1517904" cy="786384"/>
          </a:xfrm>
          <a:prstGeom prst="roundRect">
            <a:avLst>
              <a:gd name="adj" fmla="val 5000"/>
            </a:avLst>
          </a:prstGeom>
          <a:solidFill>
            <a:srgbClr val="A7B2E7"/>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98000"/>
              </a:lnSpc>
              <a:spcBef>
                <a:spcPts val="0"/>
              </a:spcBef>
              <a:spcAft>
                <a:spcPts val="0"/>
              </a:spcAft>
            </a:pPr>
            <a:r>
              <a:rPr sz="1250" b="1" i="0">
                <a:solidFill>
                  <a:srgbClr val="FFFFFF"/>
                </a:solidFill>
                <a:latin typeface="Viedoc Monument Grotesk"/>
              </a:rPr>
              <a:t>Build</a:t>
            </a:r>
          </a:p>
          <a:p>
            <a:pPr algn="ctr">
              <a:lnSpc>
                <a:spcPct val="100000"/>
              </a:lnSpc>
              <a:spcBef>
                <a:spcPts val="300"/>
              </a:spcBef>
              <a:spcAft>
                <a:spcPts val="0"/>
              </a:spcAft>
            </a:pPr>
            <a:r>
              <a:rPr sz="850" b="0" i="0">
                <a:solidFill>
                  <a:srgbClr val="FFFFFF"/>
                </a:solidFill>
                <a:latin typeface="Viedoc Monument Grotesk"/>
              </a:rPr>
              <a:t>per repo, continuously</a:t>
            </a:r>
          </a:p>
        </p:txBody>
      </p:sp>
      <p:sp>
        <p:nvSpPr>
          <p:cNvPr id="6" name="Rounded Rectangle 5"/>
          <p:cNvSpPr/>
          <p:nvPr/>
        </p:nvSpPr>
        <p:spPr>
          <a:xfrm>
            <a:off x="566928" y="2834640"/>
            <a:ext cx="1517904" cy="658368"/>
          </a:xfrm>
          <a:prstGeom prst="roundRect">
            <a:avLst>
              <a:gd name="adj" fmla="val 5000"/>
            </a:avLst>
          </a:prstGeom>
          <a:solidFill>
            <a:srgbClr val="F2F4FB"/>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110000"/>
              </a:lnSpc>
              <a:spcBef>
                <a:spcPts val="0"/>
              </a:spcBef>
              <a:spcAft>
                <a:spcPts val="0"/>
              </a:spcAft>
            </a:pPr>
            <a:r>
              <a:rPr sz="950" b="1" i="0">
                <a:solidFill>
                  <a:srgbClr val="111111"/>
                </a:solidFill>
                <a:latin typeface="Viedoc Monument Grotesk"/>
              </a:rPr>
              <a:t>pkg.pr-gate
pkg.build</a:t>
            </a:r>
          </a:p>
        </p:txBody>
      </p:sp>
      <p:sp>
        <p:nvSpPr>
          <p:cNvPr id="7" name="TextBox 6"/>
          <p:cNvSpPr txBox="1"/>
          <p:nvPr/>
        </p:nvSpPr>
        <p:spPr>
          <a:xfrm>
            <a:off x="621792" y="3602736"/>
            <a:ext cx="1408176" cy="109728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707070"/>
                </a:solidFill>
                <a:latin typeface="Viedoc Monument Grotesk"/>
              </a:rPr>
              <a:t>Artifacts, migration scripts, the DB hash, the unit test report</a:t>
            </a:r>
          </a:p>
        </p:txBody>
      </p:sp>
      <p:sp>
        <p:nvSpPr>
          <p:cNvPr id="8" name="Rounded Rectangle 7"/>
          <p:cNvSpPr/>
          <p:nvPr/>
        </p:nvSpPr>
        <p:spPr>
          <a:xfrm>
            <a:off x="2176272" y="1993392"/>
            <a:ext cx="1517904" cy="786384"/>
          </a:xfrm>
          <a:prstGeom prst="roundRect">
            <a:avLst>
              <a:gd name="adj" fmla="val 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98000"/>
              </a:lnSpc>
              <a:spcBef>
                <a:spcPts val="0"/>
              </a:spcBef>
              <a:spcAft>
                <a:spcPts val="0"/>
              </a:spcAft>
            </a:pPr>
            <a:r>
              <a:rPr sz="1250" b="1" i="0">
                <a:solidFill>
                  <a:srgbClr val="FFFFFF"/>
                </a:solidFill>
                <a:latin typeface="Viedoc Monument Grotesk"/>
              </a:rPr>
              <a:t>Release
readiness</a:t>
            </a:r>
          </a:p>
        </p:txBody>
      </p:sp>
      <p:sp>
        <p:nvSpPr>
          <p:cNvPr id="9" name="Rounded Rectangle 8"/>
          <p:cNvSpPr/>
          <p:nvPr/>
        </p:nvSpPr>
        <p:spPr>
          <a:xfrm>
            <a:off x="2176272" y="2834640"/>
            <a:ext cx="1517904" cy="658368"/>
          </a:xfrm>
          <a:prstGeom prst="roundRect">
            <a:avLst>
              <a:gd name="adj" fmla="val 5000"/>
            </a:avLst>
          </a:prstGeom>
          <a:solidFill>
            <a:srgbClr val="EFEC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110000"/>
              </a:lnSpc>
              <a:spcBef>
                <a:spcPts val="0"/>
              </a:spcBef>
              <a:spcAft>
                <a:spcPts val="0"/>
              </a:spcAft>
            </a:pPr>
            <a:r>
              <a:rPr sz="950" b="1" i="0">
                <a:solidFill>
                  <a:srgbClr val="111111"/>
                </a:solidFill>
                <a:latin typeface="Viedoc Monument Grotesk"/>
              </a:rPr>
              <a:t>release.readiness
release.docs</a:t>
            </a:r>
          </a:p>
        </p:txBody>
      </p:sp>
      <p:sp>
        <p:nvSpPr>
          <p:cNvPr id="10" name="TextBox 9"/>
          <p:cNvSpPr txBox="1"/>
          <p:nvPr/>
        </p:nvSpPr>
        <p:spPr>
          <a:xfrm>
            <a:off x="2231136" y="3602736"/>
            <a:ext cx="1408176" cy="109728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707070"/>
                </a:solidFill>
                <a:latin typeface="Viedoc Monument Grotesk"/>
              </a:rPr>
              <a:t>Are we ready for 4.99? Validate, generate, change nothing</a:t>
            </a:r>
          </a:p>
        </p:txBody>
      </p:sp>
      <p:sp>
        <p:nvSpPr>
          <p:cNvPr id="11" name="Rounded Rectangle 10"/>
          <p:cNvSpPr/>
          <p:nvPr/>
        </p:nvSpPr>
        <p:spPr>
          <a:xfrm>
            <a:off x="3785615" y="1993392"/>
            <a:ext cx="1517904" cy="786384"/>
          </a:xfrm>
          <a:prstGeom prst="roundRect">
            <a:avLst>
              <a:gd name="adj" fmla="val 5000"/>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98000"/>
              </a:lnSpc>
              <a:spcBef>
                <a:spcPts val="0"/>
              </a:spcBef>
              <a:spcAft>
                <a:spcPts val="0"/>
              </a:spcAft>
            </a:pPr>
            <a:r>
              <a:rPr sz="1250" b="1" i="0">
                <a:solidFill>
                  <a:srgbClr val="FFFFFF"/>
                </a:solidFill>
                <a:latin typeface="Viedoc Monument Grotesk"/>
              </a:rPr>
              <a:t>Release
creation</a:t>
            </a:r>
          </a:p>
        </p:txBody>
      </p:sp>
      <p:sp>
        <p:nvSpPr>
          <p:cNvPr id="12" name="Rounded Rectangle 11"/>
          <p:cNvSpPr/>
          <p:nvPr/>
        </p:nvSpPr>
        <p:spPr>
          <a:xfrm>
            <a:off x="3785615" y="2834640"/>
            <a:ext cx="1517904" cy="658368"/>
          </a:xfrm>
          <a:prstGeom prst="roundRect">
            <a:avLst>
              <a:gd name="adj" fmla="val 5000"/>
            </a:avLst>
          </a:prstGeom>
          <a:solidFill>
            <a:srgbClr val="DDF0F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110000"/>
              </a:lnSpc>
              <a:spcBef>
                <a:spcPts val="0"/>
              </a:spcBef>
              <a:spcAft>
                <a:spcPts val="0"/>
              </a:spcAft>
            </a:pPr>
            <a:r>
              <a:rPr sz="950" b="1" i="0">
                <a:solidFill>
                  <a:srgbClr val="111111"/>
                </a:solidFill>
                <a:latin typeface="Viedoc Monument Grotesk"/>
              </a:rPr>
              <a:t>release.create
release.branch</a:t>
            </a:r>
          </a:p>
        </p:txBody>
      </p:sp>
      <p:sp>
        <p:nvSpPr>
          <p:cNvPr id="13" name="TextBox 12"/>
          <p:cNvSpPr txBox="1"/>
          <p:nvPr/>
        </p:nvSpPr>
        <p:spPr>
          <a:xfrm>
            <a:off x="3840479" y="3602736"/>
            <a:ext cx="1408176" cy="109728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707070"/>
                </a:solidFill>
                <a:latin typeface="Viedoc Monument Grotesk"/>
              </a:rPr>
              <a:t>Label, pin every version, publish the manifest, open the down-merge PR</a:t>
            </a:r>
          </a:p>
        </p:txBody>
      </p:sp>
      <p:sp>
        <p:nvSpPr>
          <p:cNvPr id="14" name="Rounded Rectangle 13"/>
          <p:cNvSpPr/>
          <p:nvPr/>
        </p:nvSpPr>
        <p:spPr>
          <a:xfrm>
            <a:off x="5394959" y="1993392"/>
            <a:ext cx="1517904" cy="786384"/>
          </a:xfrm>
          <a:prstGeom prst="roundRect">
            <a:avLst>
              <a:gd name="adj" fmla="val 5000"/>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98000"/>
              </a:lnSpc>
              <a:spcBef>
                <a:spcPts val="0"/>
              </a:spcBef>
              <a:spcAft>
                <a:spcPts val="0"/>
              </a:spcAft>
            </a:pPr>
            <a:r>
              <a:rPr sz="1250" b="1" i="0">
                <a:solidFill>
                  <a:srgbClr val="FFFFFF"/>
                </a:solidFill>
                <a:latin typeface="Viedoc Monument Grotesk"/>
              </a:rPr>
              <a:t>Regression
testing</a:t>
            </a:r>
          </a:p>
          <a:p>
            <a:pPr algn="ctr">
              <a:lnSpc>
                <a:spcPct val="100000"/>
              </a:lnSpc>
              <a:spcBef>
                <a:spcPts val="300"/>
              </a:spcBef>
              <a:spcAft>
                <a:spcPts val="0"/>
              </a:spcAft>
            </a:pPr>
            <a:r>
              <a:rPr sz="850" b="0" i="0">
                <a:solidFill>
                  <a:srgbClr val="FFFFFF"/>
                </a:solidFill>
                <a:latin typeface="Viedoc Monument Grotesk"/>
              </a:rPr>
              <a:t>externaltest</a:t>
            </a:r>
          </a:p>
        </p:txBody>
      </p:sp>
      <p:sp>
        <p:nvSpPr>
          <p:cNvPr id="15" name="Rounded Rectangle 14"/>
          <p:cNvSpPr/>
          <p:nvPr/>
        </p:nvSpPr>
        <p:spPr>
          <a:xfrm>
            <a:off x="5394959" y="2834640"/>
            <a:ext cx="1517904" cy="658368"/>
          </a:xfrm>
          <a:prstGeom prst="roundRect">
            <a:avLst>
              <a:gd name="adj" fmla="val 5000"/>
            </a:avLst>
          </a:prstGeom>
          <a:solidFill>
            <a:srgbClr val="ECF7F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110000"/>
              </a:lnSpc>
              <a:spcBef>
                <a:spcPts val="0"/>
              </a:spcBef>
              <a:spcAft>
                <a:spcPts val="0"/>
              </a:spcAft>
            </a:pPr>
            <a:r>
              <a:rPr sz="950" b="1" i="0">
                <a:solidFill>
                  <a:srgbClr val="111111"/>
                </a:solidFill>
                <a:latin typeface="Viedoc Monument Grotesk"/>
              </a:rPr>
              <a:t>env.deploy · env.qualify
test.automated</a:t>
            </a:r>
          </a:p>
        </p:txBody>
      </p:sp>
      <p:sp>
        <p:nvSpPr>
          <p:cNvPr id="16" name="TextBox 15"/>
          <p:cNvSpPr txBox="1"/>
          <p:nvPr/>
        </p:nvSpPr>
        <p:spPr>
          <a:xfrm>
            <a:off x="5449823" y="3602736"/>
            <a:ext cx="1408176" cy="109728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707070"/>
                </a:solidFill>
                <a:latin typeface="Viedoc Monument Grotesk"/>
              </a:rPr>
              <a:t>Deploy, qualify, run the automated suite. Then regression, then the test lead approves</a:t>
            </a:r>
          </a:p>
        </p:txBody>
      </p:sp>
      <p:sp>
        <p:nvSpPr>
          <p:cNvPr id="17" name="Rounded Rectangle 16"/>
          <p:cNvSpPr/>
          <p:nvPr/>
        </p:nvSpPr>
        <p:spPr>
          <a:xfrm>
            <a:off x="7004303" y="1993392"/>
            <a:ext cx="1517904" cy="786384"/>
          </a:xfrm>
          <a:prstGeom prst="roundRect">
            <a:avLst>
              <a:gd name="adj" fmla="val 5000"/>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98000"/>
              </a:lnSpc>
              <a:spcBef>
                <a:spcPts val="0"/>
              </a:spcBef>
              <a:spcAft>
                <a:spcPts val="0"/>
              </a:spcAft>
            </a:pPr>
            <a:r>
              <a:rPr sz="1250" b="1" i="0">
                <a:solidFill>
                  <a:srgbClr val="FFFFFF"/>
                </a:solidFill>
                <a:latin typeface="Viedoc Monument Grotesk"/>
              </a:rPr>
              <a:t>Validation
and approval</a:t>
            </a:r>
          </a:p>
          <a:p>
            <a:pPr algn="ctr">
              <a:lnSpc>
                <a:spcPct val="100000"/>
              </a:lnSpc>
              <a:spcBef>
                <a:spcPts val="300"/>
              </a:spcBef>
              <a:spcAft>
                <a:spcPts val="0"/>
              </a:spcAft>
            </a:pPr>
            <a:r>
              <a:rPr sz="850" b="0" i="0">
                <a:solidFill>
                  <a:srgbClr val="FFFFFF"/>
                </a:solidFill>
                <a:latin typeface="Viedoc Monument Grotesk"/>
              </a:rPr>
              <a:t>fr-stage</a:t>
            </a:r>
          </a:p>
        </p:txBody>
      </p:sp>
      <p:sp>
        <p:nvSpPr>
          <p:cNvPr id="18" name="Rounded Rectangle 17"/>
          <p:cNvSpPr/>
          <p:nvPr/>
        </p:nvSpPr>
        <p:spPr>
          <a:xfrm>
            <a:off x="7004303" y="2834640"/>
            <a:ext cx="1517904" cy="658368"/>
          </a:xfrm>
          <a:prstGeom prst="roundRect">
            <a:avLst>
              <a:gd name="adj" fmla="val 5000"/>
            </a:avLst>
          </a:prstGeom>
          <a:solidFill>
            <a:srgbClr val="FDF4E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110000"/>
              </a:lnSpc>
              <a:spcBef>
                <a:spcPts val="0"/>
              </a:spcBef>
              <a:spcAft>
                <a:spcPts val="0"/>
              </a:spcAft>
            </a:pPr>
            <a:r>
              <a:rPr sz="950" b="1" i="0">
                <a:solidFill>
                  <a:srgbClr val="111111"/>
                </a:solidFill>
                <a:latin typeface="Viedoc Monument Grotesk"/>
              </a:rPr>
              <a:t>env.qualify · compile
promote · virp</a:t>
            </a:r>
          </a:p>
        </p:txBody>
      </p:sp>
      <p:sp>
        <p:nvSpPr>
          <p:cNvPr id="19" name="TextBox 18"/>
          <p:cNvSpPr txBox="1"/>
          <p:nvPr/>
        </p:nvSpPr>
        <p:spPr>
          <a:xfrm>
            <a:off x="7059167" y="3602736"/>
            <a:ext cx="1408176" cy="109728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707070"/>
                </a:solidFill>
                <a:latin typeface="Viedoc Monument Grotesk"/>
              </a:rPr>
              <a:t>IQ, OQ, smoke, PQ, regulatory. PM then QA approve in Teams. The VIRP is built</a:t>
            </a:r>
          </a:p>
        </p:txBody>
      </p:sp>
      <p:sp>
        <p:nvSpPr>
          <p:cNvPr id="20" name="Rounded Rectangle 19"/>
          <p:cNvSpPr/>
          <p:nvPr/>
        </p:nvSpPr>
        <p:spPr>
          <a:xfrm>
            <a:off x="8613648" y="1993392"/>
            <a:ext cx="1517904" cy="786384"/>
          </a:xfrm>
          <a:prstGeom prst="roundRect">
            <a:avLst>
              <a:gd name="adj" fmla="val 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98000"/>
              </a:lnSpc>
              <a:spcBef>
                <a:spcPts val="0"/>
              </a:spcBef>
              <a:spcAft>
                <a:spcPts val="0"/>
              </a:spcAft>
            </a:pPr>
            <a:r>
              <a:rPr sz="1250" b="1" i="0">
                <a:solidFill>
                  <a:srgbClr val="FFFFFF"/>
                </a:solidFill>
                <a:latin typeface="Viedoc Monument Grotesk"/>
              </a:rPr>
              <a:t>Production
rollout</a:t>
            </a:r>
          </a:p>
          <a:p>
            <a:pPr algn="ctr">
              <a:lnSpc>
                <a:spcPct val="100000"/>
              </a:lnSpc>
              <a:spcBef>
                <a:spcPts val="300"/>
              </a:spcBef>
              <a:spcAft>
                <a:spcPts val="0"/>
              </a:spcAft>
            </a:pPr>
            <a:r>
              <a:rPr sz="850" b="0" i="0">
                <a:solidFill>
                  <a:srgbClr val="FFFFFF"/>
                </a:solidFill>
                <a:latin typeface="Viedoc Monument Grotesk"/>
              </a:rPr>
              <a:t>4 regions, 8 instances</a:t>
            </a:r>
          </a:p>
        </p:txBody>
      </p:sp>
      <p:sp>
        <p:nvSpPr>
          <p:cNvPr id="21" name="Rounded Rectangle 20"/>
          <p:cNvSpPr/>
          <p:nvPr/>
        </p:nvSpPr>
        <p:spPr>
          <a:xfrm>
            <a:off x="8613648" y="2834640"/>
            <a:ext cx="1517904" cy="658368"/>
          </a:xfrm>
          <a:prstGeom prst="roundRect">
            <a:avLst>
              <a:gd name="adj" fmla="val 5000"/>
            </a:avLst>
          </a:prstGeom>
          <a:solidFill>
            <a:srgbClr val="FFEEE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110000"/>
              </a:lnSpc>
              <a:spcBef>
                <a:spcPts val="0"/>
              </a:spcBef>
              <a:spcAft>
                <a:spcPts val="0"/>
              </a:spcAft>
            </a:pPr>
            <a:r>
              <a:rPr sz="950" b="1" i="0">
                <a:solidFill>
                  <a:srgbClr val="111111"/>
                </a:solidFill>
                <a:latin typeface="Viedoc Monument Grotesk"/>
              </a:rPr>
              <a:t>release.rollout</a:t>
            </a:r>
          </a:p>
        </p:txBody>
      </p:sp>
      <p:sp>
        <p:nvSpPr>
          <p:cNvPr id="22" name="TextBox 21"/>
          <p:cNvSpPr txBox="1"/>
          <p:nvPr/>
        </p:nvSpPr>
        <p:spPr>
          <a:xfrm>
            <a:off x="8668512" y="3602736"/>
            <a:ext cx="1408176" cy="109728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707070"/>
                </a:solidFill>
                <a:latin typeface="Viedoc Monument Grotesk"/>
              </a:rPr>
              <a:t>Training then production in each region — eight environments, each deployed and qualified</a:t>
            </a:r>
          </a:p>
        </p:txBody>
      </p:sp>
      <p:sp>
        <p:nvSpPr>
          <p:cNvPr id="23" name="Rounded Rectangle 22"/>
          <p:cNvSpPr/>
          <p:nvPr/>
        </p:nvSpPr>
        <p:spPr>
          <a:xfrm>
            <a:off x="10222992" y="1993392"/>
            <a:ext cx="1517904" cy="786384"/>
          </a:xfrm>
          <a:prstGeom prst="roundRect">
            <a:avLst>
              <a:gd name="adj" fmla="val 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98000"/>
              </a:lnSpc>
              <a:spcBef>
                <a:spcPts val="0"/>
              </a:spcBef>
              <a:spcAft>
                <a:spcPts val="0"/>
              </a:spcAft>
            </a:pPr>
            <a:r>
              <a:rPr sz="1250" b="1" i="0">
                <a:solidFill>
                  <a:srgbClr val="FFFFFF"/>
                </a:solidFill>
                <a:latin typeface="Viedoc Monument Grotesk"/>
              </a:rPr>
              <a:t>Close</a:t>
            </a:r>
          </a:p>
        </p:txBody>
      </p:sp>
      <p:sp>
        <p:nvSpPr>
          <p:cNvPr id="24" name="Rounded Rectangle 23"/>
          <p:cNvSpPr/>
          <p:nvPr/>
        </p:nvSpPr>
        <p:spPr>
          <a:xfrm>
            <a:off x="10222992" y="2834640"/>
            <a:ext cx="1517904" cy="658368"/>
          </a:xfrm>
          <a:prstGeom prst="roundRect">
            <a:avLst>
              <a:gd name="adj" fmla="val 5000"/>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91440" rIns="54864" bIns="91440" rtlCol="0" anchor="ctr">
            <a:noAutofit/>
          </a:bodyPr>
          <a:lstStyle/>
          <a:p>
            <a:pPr algn="ctr">
              <a:lnSpc>
                <a:spcPct val="110000"/>
              </a:lnSpc>
              <a:spcBef>
                <a:spcPts val="0"/>
              </a:spcBef>
              <a:spcAft>
                <a:spcPts val="0"/>
              </a:spcAft>
            </a:pPr>
            <a:r>
              <a:rPr sz="950" b="1" i="0">
                <a:solidFill>
                  <a:srgbClr val="111111"/>
                </a:solidFill>
                <a:latin typeface="Viedoc Monument Grotesk"/>
              </a:rPr>
              <a:t>release.close</a:t>
            </a:r>
          </a:p>
        </p:txBody>
      </p:sp>
      <p:sp>
        <p:nvSpPr>
          <p:cNvPr id="25" name="TextBox 24"/>
          <p:cNvSpPr txBox="1"/>
          <p:nvPr/>
        </p:nvSpPr>
        <p:spPr>
          <a:xfrm>
            <a:off x="10277856" y="3602736"/>
            <a:ext cx="1408176" cy="1097280"/>
          </a:xfrm>
          <a:prstGeom prst="rect">
            <a:avLst/>
          </a:prstGeom>
          <a:noFill/>
        </p:spPr>
        <p:txBody>
          <a:bodyPr wrap="square" lIns="0" tIns="0" rIns="0" bIns="0" anchor="t">
            <a:noAutofit/>
          </a:bodyPr>
          <a:lstStyle/>
          <a:p>
            <a:pPr algn="l">
              <a:lnSpc>
                <a:spcPct val="115000"/>
              </a:lnSpc>
              <a:spcBef>
                <a:spcPts val="0"/>
              </a:spcBef>
              <a:spcAft>
                <a:spcPts val="0"/>
              </a:spcAft>
            </a:pPr>
            <a:r>
              <a:rPr sz="1000" b="0" i="0">
                <a:solidFill>
                  <a:srgbClr val="707070"/>
                </a:solidFill>
                <a:latin typeface="Viedoc Monument Grotesk"/>
              </a:rPr>
              <a:t>Record what is now live. The next release starts by reading it</a:t>
            </a:r>
          </a:p>
        </p:txBody>
      </p:sp>
      <p:sp>
        <p:nvSpPr>
          <p:cNvPr id="26" name="Rounded Rectangle 25"/>
          <p:cNvSpPr/>
          <p:nvPr/>
        </p:nvSpPr>
        <p:spPr>
          <a:xfrm>
            <a:off x="566928" y="4736592"/>
            <a:ext cx="5431536" cy="1993392"/>
          </a:xfrm>
          <a:prstGeom prst="roundRect">
            <a:avLst>
              <a:gd name="adj" fmla="val 5000"/>
            </a:avLst>
          </a:prstGeom>
          <a:solidFill>
            <a:srgbClr val="F0F0F0"/>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91440" rtlCol="0" anchor="t">
            <a:noAutofit/>
          </a:bodyPr>
          <a:lstStyle/>
          <a:p>
            <a:pPr algn="l">
              <a:spcBef>
                <a:spcPts val="0"/>
              </a:spcBef>
              <a:spcAft>
                <a:spcPts val="900"/>
              </a:spcAft>
            </a:pPr>
            <a:r>
              <a:rPr sz="1500" b="1" i="0">
                <a:solidFill>
                  <a:srgbClr val="111111"/>
                </a:solidFill>
                <a:latin typeface="Viedoc Monument Grotesk"/>
              </a:rPr>
              <a:t>The loop closes</a:t>
            </a:r>
          </a:p>
          <a:p>
            <a:pPr marL="201168" indent="-201168" algn="l">
              <a:lnSpc>
                <a:spcPct val="116000"/>
              </a:lnSpc>
              <a:spcBef>
                <a:spcPts val="0"/>
              </a:spcBef>
              <a:spcAft>
                <a:spcPts val="700"/>
              </a:spcAft>
            </a:pPr>
            <a:r>
              <a:rPr sz="1150" b="1" i="0">
                <a:solidFill>
                  <a:srgbClr val="707070"/>
                </a:solidFill>
                <a:latin typeface="Viedoc Monument Grotesk"/>
              </a:rPr>
              <a:t>·	</a:t>
            </a:r>
            <a:r>
              <a:rPr sz="1150" b="0" i="0">
                <a:solidFill>
                  <a:srgbClr val="707070"/>
                </a:solidFill>
                <a:latin typeface="Viedoc Monument Grotesk"/>
              </a:rPr>
              <a:t>A release ends by writing down what is now live, and the next one starts by reading it. Nothing re-derives the current state.</a:t>
            </a:r>
          </a:p>
          <a:p>
            <a:pPr marL="201168" indent="-201168" algn="l">
              <a:lnSpc>
                <a:spcPct val="116000"/>
              </a:lnSpc>
              <a:spcBef>
                <a:spcPts val="0"/>
              </a:spcBef>
              <a:spcAft>
                <a:spcPts val="0"/>
              </a:spcAft>
            </a:pPr>
            <a:r>
              <a:rPr sz="1150" b="1" i="0">
                <a:solidFill>
                  <a:srgbClr val="707070"/>
                </a:solidFill>
                <a:latin typeface="Viedoc Monument Grotesk"/>
              </a:rPr>
              <a:t>·	</a:t>
            </a:r>
            <a:r>
              <a:rPr sz="1150" b="1" i="0">
                <a:solidFill>
                  <a:srgbClr val="111111"/>
                </a:solidFill>
                <a:latin typeface="Viedoc Monument Grotesk"/>
              </a:rPr>
              <a:t>The release label is the only input. </a:t>
            </a:r>
            <a:r>
              <a:rPr sz="1150" b="0" i="0">
                <a:solidFill>
                  <a:srgbClr val="707070"/>
                </a:solidFill>
                <a:latin typeface="Viedoc Monument Grotesk"/>
              </a:rPr>
              <a:t>Every pipeline after release creation takes the label and resolves everything else from the manifest.</a:t>
            </a:r>
          </a:p>
        </p:txBody>
      </p:sp>
      <p:sp>
        <p:nvSpPr>
          <p:cNvPr id="27" name="Rounded Rectangle 26"/>
          <p:cNvSpPr/>
          <p:nvPr/>
        </p:nvSpPr>
        <p:spPr>
          <a:xfrm>
            <a:off x="6199632" y="4736592"/>
            <a:ext cx="5431536" cy="1993392"/>
          </a:xfrm>
          <a:prstGeom prst="roundRect">
            <a:avLst>
              <a:gd name="adj" fmla="val 5000"/>
            </a:avLst>
          </a:prstGeom>
          <a:solidFill>
            <a:srgbClr val="F2F9F5"/>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91440" rtlCol="0" anchor="t">
            <a:noAutofit/>
          </a:bodyPr>
          <a:lstStyle/>
          <a:p>
            <a:pPr algn="l">
              <a:spcBef>
                <a:spcPts val="0"/>
              </a:spcBef>
              <a:spcAft>
                <a:spcPts val="900"/>
              </a:spcAft>
            </a:pPr>
            <a:r>
              <a:rPr sz="1500" b="1" i="0">
                <a:solidFill>
                  <a:srgbClr val="111111"/>
                </a:solidFill>
                <a:latin typeface="Viedoc Monument Grotesk"/>
              </a:rPr>
              <a:t>What stays human, on purpose</a:t>
            </a:r>
          </a:p>
          <a:p>
            <a:pPr marL="201168" indent="-201168" algn="l">
              <a:lnSpc>
                <a:spcPct val="116000"/>
              </a:lnSpc>
              <a:spcBef>
                <a:spcPts val="0"/>
              </a:spcBef>
              <a:spcAft>
                <a:spcPts val="700"/>
              </a:spcAft>
            </a:pPr>
            <a:r>
              <a:rPr sz="1150" b="1" i="0">
                <a:solidFill>
                  <a:srgbClr val="707070"/>
                </a:solidFill>
                <a:latin typeface="Viedoc Monument Grotesk"/>
              </a:rPr>
              <a:t>·	</a:t>
            </a:r>
            <a:r>
              <a:rPr sz="1150" b="0" i="0">
                <a:solidFill>
                  <a:srgbClr val="707070"/>
                </a:solidFill>
                <a:latin typeface="Viedoc Monument Grotesk"/>
              </a:rPr>
              <a:t>The test lead's judgement that regression is complete.</a:t>
            </a:r>
          </a:p>
          <a:p>
            <a:pPr marL="201168" indent="-201168" algn="l">
              <a:lnSpc>
                <a:spcPct val="116000"/>
              </a:lnSpc>
              <a:spcBef>
                <a:spcPts val="0"/>
              </a:spcBef>
              <a:spcAft>
                <a:spcPts val="700"/>
              </a:spcAft>
            </a:pPr>
            <a:r>
              <a:rPr sz="1150" b="1" i="0">
                <a:solidFill>
                  <a:srgbClr val="707070"/>
                </a:solidFill>
                <a:latin typeface="Viedoc Monument Grotesk"/>
              </a:rPr>
              <a:t>·	</a:t>
            </a:r>
            <a:r>
              <a:rPr sz="1150" b="1" i="0">
                <a:solidFill>
                  <a:srgbClr val="111111"/>
                </a:solidFill>
                <a:latin typeface="Viedoc Monument Grotesk"/>
              </a:rPr>
              <a:t>The PM and QA approvals — </a:t>
            </a:r>
            <a:r>
              <a:rPr sz="1150" b="0" i="0">
                <a:solidFill>
                  <a:srgbClr val="707070"/>
                </a:solidFill>
                <a:latin typeface="Viedoc Monument Grotesk"/>
              </a:rPr>
              <a:t>the two decisions we keep, with everything around them automated so the decision is the only thing left.</a:t>
            </a:r>
          </a:p>
          <a:p>
            <a:pPr marL="201168" indent="-201168" algn="l">
              <a:lnSpc>
                <a:spcPct val="116000"/>
              </a:lnSpc>
              <a:spcBef>
                <a:spcPts val="0"/>
              </a:spcBef>
              <a:spcAft>
                <a:spcPts val="0"/>
              </a:spcAft>
            </a:pPr>
            <a:r>
              <a:rPr sz="1150" b="1" i="0">
                <a:solidFill>
                  <a:srgbClr val="707070"/>
                </a:solidFill>
                <a:latin typeface="Viedoc Monument Grotesk"/>
              </a:rPr>
              <a:t>·	</a:t>
            </a:r>
            <a:r>
              <a:rPr sz="1150" b="0" i="0">
                <a:solidFill>
                  <a:srgbClr val="707070"/>
                </a:solidFill>
                <a:latin typeface="Viedoc Monument Grotesk"/>
              </a:rPr>
              <a:t>Reviewing a release note, locking release dates, and deciding what goes in a release at 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8686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What's actually different</a:t>
            </a:r>
          </a:p>
        </p:txBody>
      </p:sp>
      <p:sp>
        <p:nvSpPr>
          <p:cNvPr id="4" name="Rounded Rectangle 3"/>
          <p:cNvSpPr/>
          <p:nvPr/>
        </p:nvSpPr>
        <p:spPr>
          <a:xfrm>
            <a:off x="566928" y="1874519"/>
            <a:ext cx="2697480" cy="2103120"/>
          </a:xfrm>
          <a:prstGeom prst="roundRect">
            <a:avLst>
              <a:gd name="adj" fmla="val 5000"/>
            </a:avLst>
          </a:prstGeom>
          <a:solidFill>
            <a:srgbClr val="F3F2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28016" rIns="137160" bIns="91440" rtlCol="0" anchor="t">
            <a:noAutofit/>
          </a:bodyPr>
          <a:lstStyle/>
          <a:p>
            <a:pPr algn="l">
              <a:lnSpc>
                <a:spcPct val="105000"/>
              </a:lnSpc>
              <a:spcBef>
                <a:spcPts val="0"/>
              </a:spcBef>
              <a:spcAft>
                <a:spcPts val="800"/>
              </a:spcAft>
            </a:pPr>
            <a:r>
              <a:rPr sz="1500" b="1" i="0">
                <a:solidFill>
                  <a:srgbClr val="8E7DD2"/>
                </a:solidFill>
                <a:latin typeface="Viedoc Monument Grotesk"/>
              </a:rPr>
              <a:t>One package</a:t>
            </a:r>
          </a:p>
          <a:p>
            <a:pPr algn="l">
              <a:lnSpc>
                <a:spcPct val="118000"/>
              </a:lnSpc>
              <a:spcBef>
                <a:spcPts val="0"/>
              </a:spcBef>
              <a:spcAft>
                <a:spcPts val="0"/>
              </a:spcAft>
            </a:pPr>
            <a:r>
              <a:rPr sz="1150" b="0" i="0">
                <a:solidFill>
                  <a:srgbClr val="111111"/>
                </a:solidFill>
                <a:latin typeface="Viedoc Monument Grotesk"/>
              </a:rPr>
              <a:t>One release label. Every version pinned. The same package goes to every environment — stage, training, production, all four regions.</a:t>
            </a:r>
          </a:p>
        </p:txBody>
      </p:sp>
      <p:sp>
        <p:nvSpPr>
          <p:cNvPr id="5" name="Rounded Rectangle 4"/>
          <p:cNvSpPr/>
          <p:nvPr/>
        </p:nvSpPr>
        <p:spPr>
          <a:xfrm>
            <a:off x="3355848" y="1874519"/>
            <a:ext cx="2697480" cy="2103120"/>
          </a:xfrm>
          <a:prstGeom prst="roundRect">
            <a:avLst>
              <a:gd name="adj" fmla="val 5000"/>
            </a:avLst>
          </a:prstGeom>
          <a:solidFill>
            <a:srgbClr val="E7F4F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28016" rIns="137160" bIns="91440" rtlCol="0" anchor="t">
            <a:noAutofit/>
          </a:bodyPr>
          <a:lstStyle/>
          <a:p>
            <a:pPr algn="l">
              <a:lnSpc>
                <a:spcPct val="105000"/>
              </a:lnSpc>
              <a:spcBef>
                <a:spcPts val="0"/>
              </a:spcBef>
              <a:spcAft>
                <a:spcPts val="800"/>
              </a:spcAft>
            </a:pPr>
            <a:r>
              <a:rPr sz="1500" b="1" i="0">
                <a:solidFill>
                  <a:srgbClr val="1295D8"/>
                </a:solidFill>
                <a:latin typeface="Viedoc Monument Grotesk"/>
              </a:rPr>
              <a:t>One repository runs it</a:t>
            </a:r>
          </a:p>
          <a:p>
            <a:pPr algn="l">
              <a:lnSpc>
                <a:spcPct val="118000"/>
              </a:lnSpc>
              <a:spcBef>
                <a:spcPts val="0"/>
              </a:spcBef>
              <a:spcAft>
                <a:spcPts val="0"/>
              </a:spcAft>
            </a:pPr>
            <a:r>
              <a:rPr sz="1150" b="0" i="0">
                <a:solidFill>
                  <a:srgbClr val="111111"/>
                </a:solidFill>
                <a:latin typeface="Viedoc Monument Grotesk"/>
              </a:rPr>
              <a:t>Everything the release does lives in Delivery — the pipelines, the declarations they read and the scripts they run. Nothing points back at Infrastructure.</a:t>
            </a:r>
          </a:p>
        </p:txBody>
      </p:sp>
      <p:sp>
        <p:nvSpPr>
          <p:cNvPr id="6" name="Rounded Rectangle 5"/>
          <p:cNvSpPr/>
          <p:nvPr/>
        </p:nvSpPr>
        <p:spPr>
          <a:xfrm>
            <a:off x="6144768" y="1874519"/>
            <a:ext cx="2697480" cy="2103120"/>
          </a:xfrm>
          <a:prstGeom prst="roundRect">
            <a:avLst>
              <a:gd name="adj" fmla="val 5000"/>
            </a:avLst>
          </a:prstGeom>
          <a:solidFill>
            <a:srgbClr val="F2F9F5"/>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28016" rIns="137160" bIns="91440" rtlCol="0" anchor="t">
            <a:noAutofit/>
          </a:bodyPr>
          <a:lstStyle/>
          <a:p>
            <a:pPr algn="l">
              <a:lnSpc>
                <a:spcPct val="105000"/>
              </a:lnSpc>
              <a:spcBef>
                <a:spcPts val="0"/>
              </a:spcBef>
              <a:spcAft>
                <a:spcPts val="800"/>
              </a:spcAft>
            </a:pPr>
            <a:r>
              <a:rPr sz="1500" b="1" i="0">
                <a:solidFill>
                  <a:srgbClr val="7DC6A0"/>
                </a:solidFill>
                <a:latin typeface="Viedoc Monument Grotesk"/>
              </a:rPr>
              <a:t>Three blocks, on slots</a:t>
            </a:r>
          </a:p>
          <a:p>
            <a:pPr algn="l">
              <a:lnSpc>
                <a:spcPct val="118000"/>
              </a:lnSpc>
              <a:spcBef>
                <a:spcPts val="0"/>
              </a:spcBef>
              <a:spcAft>
                <a:spcPts val="0"/>
              </a:spcAft>
            </a:pPr>
            <a:r>
              <a:rPr sz="1150" b="0" i="0">
                <a:solidFill>
                  <a:srgbClr val="111111"/>
                </a:solidFill>
                <a:latin typeface="Viedoc Monument Grotesk"/>
              </a:rPr>
              <a:t>Deploy, verify, switch. A block cannot switch until it is green, and the next cannot start until the one before it is live. Deployment and release come apart.</a:t>
            </a:r>
          </a:p>
        </p:txBody>
      </p:sp>
      <p:sp>
        <p:nvSpPr>
          <p:cNvPr id="7" name="Rounded Rectangle 6"/>
          <p:cNvSpPr/>
          <p:nvPr/>
        </p:nvSpPr>
        <p:spPr>
          <a:xfrm>
            <a:off x="8933688" y="1874519"/>
            <a:ext cx="2697480" cy="2103120"/>
          </a:xfrm>
          <a:prstGeom prst="roundRect">
            <a:avLst>
              <a:gd name="adj" fmla="val 5000"/>
            </a:avLst>
          </a:prstGeom>
          <a:solidFill>
            <a:srgbClr val="FDF7E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28016" rIns="137160" bIns="91440" rtlCol="0" anchor="t">
            <a:noAutofit/>
          </a:bodyPr>
          <a:lstStyle/>
          <a:p>
            <a:pPr algn="l">
              <a:lnSpc>
                <a:spcPct val="105000"/>
              </a:lnSpc>
              <a:spcBef>
                <a:spcPts val="0"/>
              </a:spcBef>
              <a:spcAft>
                <a:spcPts val="800"/>
              </a:spcAft>
            </a:pPr>
            <a:r>
              <a:rPr sz="1500" b="1" i="0">
                <a:solidFill>
                  <a:srgbClr val="F4B43D"/>
                </a:solidFill>
                <a:latin typeface="Viedoc Monument Grotesk"/>
              </a:rPr>
              <a:t>Qualifying is part of deploying</a:t>
            </a:r>
          </a:p>
          <a:p>
            <a:pPr algn="l">
              <a:lnSpc>
                <a:spcPct val="118000"/>
              </a:lnSpc>
              <a:spcBef>
                <a:spcPts val="0"/>
              </a:spcBef>
              <a:spcAft>
                <a:spcPts val="0"/>
              </a:spcAft>
            </a:pPr>
            <a:r>
              <a:rPr sz="1150" b="0" i="0">
                <a:solidFill>
                  <a:srgbClr val="111111"/>
                </a:solidFill>
                <a:latin typeface="Viedoc Monument Grotesk"/>
              </a:rPr>
              <a:t>Every environment produces its own IQ, OQ and smoke test, every time. There is no parameter to skip it.</a:t>
            </a:r>
          </a:p>
        </p:txBody>
      </p:sp>
      <p:sp>
        <p:nvSpPr>
          <p:cNvPr id="8" name="Rounded Rectangle 7"/>
          <p:cNvSpPr/>
          <p:nvPr/>
        </p:nvSpPr>
        <p:spPr>
          <a:xfrm>
            <a:off x="566928" y="4123944"/>
            <a:ext cx="2697480" cy="2103120"/>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28016" rIns="137160" bIns="91440" rtlCol="0" anchor="t">
            <a:noAutofit/>
          </a:bodyPr>
          <a:lstStyle/>
          <a:p>
            <a:pPr algn="l">
              <a:lnSpc>
                <a:spcPct val="105000"/>
              </a:lnSpc>
              <a:spcBef>
                <a:spcPts val="0"/>
              </a:spcBef>
              <a:spcAft>
                <a:spcPts val="800"/>
              </a:spcAft>
            </a:pPr>
            <a:r>
              <a:rPr sz="1500" b="1" i="0">
                <a:solidFill>
                  <a:srgbClr val="FF865F"/>
                </a:solidFill>
                <a:latin typeface="Viedoc Monument Grotesk"/>
              </a:rPr>
              <a:t>Two approvals</a:t>
            </a:r>
          </a:p>
          <a:p>
            <a:pPr algn="l">
              <a:lnSpc>
                <a:spcPct val="118000"/>
              </a:lnSpc>
              <a:spcBef>
                <a:spcPts val="0"/>
              </a:spcBef>
              <a:spcAft>
                <a:spcPts val="0"/>
              </a:spcAft>
            </a:pPr>
            <a:r>
              <a:rPr sz="1150" b="0" i="0">
                <a:solidFill>
                  <a:srgbClr val="111111"/>
                </a:solidFill>
                <a:latin typeface="Viedoc Monument Grotesk"/>
              </a:rPr>
              <a:t>PM, then QA, in Teams — instead of four signatures in a row. Production refuses any package that has not been promoted.</a:t>
            </a:r>
          </a:p>
        </p:txBody>
      </p:sp>
      <p:sp>
        <p:nvSpPr>
          <p:cNvPr id="9" name="Rounded Rectangle 8"/>
          <p:cNvSpPr/>
          <p:nvPr/>
        </p:nvSpPr>
        <p:spPr>
          <a:xfrm>
            <a:off x="3355848" y="4123944"/>
            <a:ext cx="2697480" cy="2103120"/>
          </a:xfrm>
          <a:prstGeom prst="roundRect">
            <a:avLst>
              <a:gd name="adj" fmla="val 5000"/>
            </a:avLst>
          </a:prstGeom>
          <a:solidFill>
            <a:srgbClr val="F3F2FA"/>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28016" rIns="137160" bIns="91440" rtlCol="0" anchor="t">
            <a:noAutofit/>
          </a:bodyPr>
          <a:lstStyle/>
          <a:p>
            <a:pPr algn="l">
              <a:lnSpc>
                <a:spcPct val="105000"/>
              </a:lnSpc>
              <a:spcBef>
                <a:spcPts val="0"/>
              </a:spcBef>
              <a:spcAft>
                <a:spcPts val="800"/>
              </a:spcAft>
            </a:pPr>
            <a:r>
              <a:rPr sz="1500" b="1" i="0">
                <a:solidFill>
                  <a:srgbClr val="8E7DD2"/>
                </a:solidFill>
                <a:latin typeface="Viedoc Monument Grotesk"/>
              </a:rPr>
              <a:t>Fewer manual steps and checks</a:t>
            </a:r>
          </a:p>
          <a:p>
            <a:pPr algn="l">
              <a:lnSpc>
                <a:spcPct val="118000"/>
              </a:lnSpc>
              <a:spcBef>
                <a:spcPts val="0"/>
              </a:spcBef>
              <a:spcAft>
                <a:spcPts val="0"/>
              </a:spcAft>
            </a:pPr>
            <a:r>
              <a:rPr sz="1150" b="0" i="0">
                <a:solidFill>
                  <a:srgbClr val="111111"/>
                </a:solidFill>
                <a:latin typeface="Viedoc Monument Grotesk"/>
              </a:rPr>
              <a:t>183 of 201 activities are manual today and 104 hand work between teams. Verification stops being a person confirming and becomes an artifact the pipeline produces.</a:t>
            </a:r>
          </a:p>
        </p:txBody>
      </p:sp>
      <p:sp>
        <p:nvSpPr>
          <p:cNvPr id="10" name="Rounded Rectangle 9"/>
          <p:cNvSpPr/>
          <p:nvPr/>
        </p:nvSpPr>
        <p:spPr>
          <a:xfrm>
            <a:off x="6144768" y="4123944"/>
            <a:ext cx="2697480" cy="2103120"/>
          </a:xfrm>
          <a:prstGeom prst="roundRect">
            <a:avLst>
              <a:gd name="adj" fmla="val 5000"/>
            </a:avLst>
          </a:prstGeom>
          <a:solidFill>
            <a:srgbClr val="FDF7E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28016" rIns="137160" bIns="91440" rtlCol="0" anchor="t">
            <a:noAutofit/>
          </a:bodyPr>
          <a:lstStyle/>
          <a:p>
            <a:pPr algn="l">
              <a:lnSpc>
                <a:spcPct val="105000"/>
              </a:lnSpc>
              <a:spcBef>
                <a:spcPts val="0"/>
              </a:spcBef>
              <a:spcAft>
                <a:spcPts val="800"/>
              </a:spcAft>
            </a:pPr>
            <a:r>
              <a:rPr sz="1500" b="1" i="0">
                <a:solidFill>
                  <a:srgbClr val="F4B43D"/>
                </a:solidFill>
                <a:latin typeface="Viedoc Monument Grotesk"/>
              </a:rPr>
              <a:t>Generated means final</a:t>
            </a:r>
          </a:p>
          <a:p>
            <a:pPr algn="l">
              <a:lnSpc>
                <a:spcPct val="118000"/>
              </a:lnSpc>
              <a:spcBef>
                <a:spcPts val="0"/>
              </a:spcBef>
              <a:spcAft>
                <a:spcPts val="0"/>
              </a:spcAft>
            </a:pPr>
            <a:r>
              <a:rPr sz="1150" b="0" i="0">
                <a:solidFill>
                  <a:srgbClr val="111111"/>
                </a:solidFill>
                <a:latin typeface="Viedoc Monument Grotesk"/>
              </a:rPr>
              <a:t>Machine identity — what produced it, from which run, at what time. No hand edits. Filed by the pipeline that made it.</a:t>
            </a:r>
          </a:p>
        </p:txBody>
      </p:sp>
      <p:sp>
        <p:nvSpPr>
          <p:cNvPr id="11" name="Rounded Rectangle 10"/>
          <p:cNvSpPr/>
          <p:nvPr/>
        </p:nvSpPr>
        <p:spPr>
          <a:xfrm>
            <a:off x="8933688" y="4123944"/>
            <a:ext cx="2697480" cy="2103120"/>
          </a:xfrm>
          <a:prstGeom prst="roundRect">
            <a:avLst>
              <a:gd name="adj" fmla="val 5000"/>
            </a:avLst>
          </a:prstGeom>
          <a:solidFill>
            <a:srgbClr val="E7F4F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28016" rIns="137160" bIns="91440" rtlCol="0" anchor="t">
            <a:noAutofit/>
          </a:bodyPr>
          <a:lstStyle/>
          <a:p>
            <a:pPr algn="l">
              <a:lnSpc>
                <a:spcPct val="105000"/>
              </a:lnSpc>
              <a:spcBef>
                <a:spcPts val="0"/>
              </a:spcBef>
              <a:spcAft>
                <a:spcPts val="800"/>
              </a:spcAft>
            </a:pPr>
            <a:r>
              <a:rPr sz="1500" b="1" i="0">
                <a:solidFill>
                  <a:srgbClr val="1295D8"/>
                </a:solidFill>
                <a:latin typeface="Viedoc Monument Grotesk"/>
              </a:rPr>
              <a:t>One source of truth</a:t>
            </a:r>
          </a:p>
          <a:p>
            <a:pPr algn="l">
              <a:lnSpc>
                <a:spcPct val="118000"/>
              </a:lnSpc>
              <a:spcBef>
                <a:spcPts val="0"/>
              </a:spcBef>
              <a:spcAft>
                <a:spcPts val="0"/>
              </a:spcAft>
            </a:pPr>
            <a:r>
              <a:rPr sz="1150" b="0" i="0">
                <a:solidFill>
                  <a:srgbClr val="111111"/>
                </a:solidFill>
                <a:latin typeface="Viedoc Monument Grotesk"/>
              </a:rPr>
              <a:t>Azure DevOps. Every generated document traces to a field in a work item. A correction is made at the source and the document is regenerated — never edited.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8686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Three rules we're building to</a:t>
            </a:r>
          </a:p>
        </p:txBody>
      </p:sp>
      <p:sp>
        <p:nvSpPr>
          <p:cNvPr id="4" name="Rounded Rectangle 3"/>
          <p:cNvSpPr/>
          <p:nvPr/>
        </p:nvSpPr>
        <p:spPr>
          <a:xfrm>
            <a:off x="566928" y="2103120"/>
            <a:ext cx="3538728" cy="3749039"/>
          </a:xfrm>
          <a:prstGeom prst="roundRect">
            <a:avLst>
              <a:gd name="adj" fmla="val 5000"/>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457200" rIns="146304" bIns="91440" rtlCol="0" anchor="t">
            <a:noAutofit/>
          </a:bodyPr>
          <a:lstStyle/>
          <a:p>
            <a:pPr algn="l">
              <a:lnSpc>
                <a:spcPct val="105000"/>
              </a:lnSpc>
              <a:spcBef>
                <a:spcPts val="0"/>
              </a:spcBef>
              <a:spcAft>
                <a:spcPts val="1000"/>
              </a:spcAft>
            </a:pPr>
            <a:r>
              <a:rPr sz="1700" b="1" i="0">
                <a:solidFill>
                  <a:srgbClr val="8E7DD2"/>
                </a:solidFill>
                <a:latin typeface="Viedoc Monument Grotesk"/>
              </a:rPr>
              <a:t>Build beside, never on top</a:t>
            </a:r>
          </a:p>
          <a:p>
            <a:pPr algn="l">
              <a:lnSpc>
                <a:spcPct val="118000"/>
              </a:lnSpc>
              <a:spcBef>
                <a:spcPts val="0"/>
              </a:spcBef>
              <a:spcAft>
                <a:spcPts val="800"/>
              </a:spcAft>
            </a:pPr>
            <a:r>
              <a:rPr sz="1200" b="0" i="0">
                <a:solidFill>
                  <a:srgbClr val="111111"/>
                </a:solidFill>
                <a:latin typeface="Viedoc Monument Grotesk"/>
              </a:rPr>
              <a:t>Everything lands in Delivery, a new repository. Nothing modifies a pipeline a release depends on. Where we reuse code we copy it — no shared template repository, no cross-repo includes, nothing pointing back at Infrastructure.</a:t>
            </a:r>
          </a:p>
          <a:p>
            <a:pPr algn="l">
              <a:lnSpc>
                <a:spcPct val="118000"/>
              </a:lnSpc>
              <a:spcBef>
                <a:spcPts val="0"/>
              </a:spcBef>
              <a:spcAft>
                <a:spcPts val="800"/>
              </a:spcAft>
            </a:pPr>
            <a:r>
              <a:rPr sz="1200" b="0" i="0">
                <a:solidFill>
                  <a:srgbClr val="111111"/>
                </a:solidFill>
                <a:latin typeface="Viedoc Monument Grotesk"/>
              </a:rPr>
              <a:t>The old path stays live until a real release has gone out on the new one. A hotfix may have to go out mid-project, and every mistake has to be reversible.</a:t>
            </a:r>
          </a:p>
        </p:txBody>
      </p:sp>
      <p:sp>
        <p:nvSpPr>
          <p:cNvPr id="5" name="Oval 4"/>
          <p:cNvSpPr/>
          <p:nvPr/>
        </p:nvSpPr>
        <p:spPr>
          <a:xfrm>
            <a:off x="713232" y="1920240"/>
            <a:ext cx="420624" cy="420624"/>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700" b="1" i="0">
                <a:solidFill>
                  <a:srgbClr val="FFFFFF"/>
                </a:solidFill>
                <a:latin typeface="Viedoc Monument Grotesk"/>
              </a:rPr>
              <a:t>1</a:t>
            </a:r>
          </a:p>
        </p:txBody>
      </p:sp>
      <p:sp>
        <p:nvSpPr>
          <p:cNvPr id="6" name="Rounded Rectangle 5"/>
          <p:cNvSpPr/>
          <p:nvPr/>
        </p:nvSpPr>
        <p:spPr>
          <a:xfrm>
            <a:off x="4334256" y="2103120"/>
            <a:ext cx="3538728" cy="3749039"/>
          </a:xfrm>
          <a:prstGeom prst="roundRect">
            <a:avLst>
              <a:gd name="adj" fmla="val 5000"/>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457200" rIns="146304" bIns="91440" rtlCol="0" anchor="t">
            <a:noAutofit/>
          </a:bodyPr>
          <a:lstStyle/>
          <a:p>
            <a:pPr algn="l">
              <a:lnSpc>
                <a:spcPct val="105000"/>
              </a:lnSpc>
              <a:spcBef>
                <a:spcPts val="0"/>
              </a:spcBef>
              <a:spcAft>
                <a:spcPts val="1000"/>
              </a:spcAft>
            </a:pPr>
            <a:r>
              <a:rPr sz="1700" b="1" i="0">
                <a:solidFill>
                  <a:srgbClr val="1295D8"/>
                </a:solidFill>
                <a:latin typeface="Viedoc Monument Grotesk"/>
              </a:rPr>
              <a:t>All 28 pipelines exist in week 1</a:t>
            </a:r>
          </a:p>
          <a:p>
            <a:pPr algn="l">
              <a:lnSpc>
                <a:spcPct val="118000"/>
              </a:lnSpc>
              <a:spcBef>
                <a:spcPts val="0"/>
              </a:spcBef>
              <a:spcAft>
                <a:spcPts val="800"/>
              </a:spcAft>
            </a:pPr>
            <a:r>
              <a:rPr sz="1200" b="0" i="0">
                <a:solidFill>
                  <a:srgbClr val="111111"/>
                </a:solidFill>
                <a:latin typeface="Viedoc Monument Grotesk"/>
              </a:rPr>
              <a:t>Every one of them is created as a shell. It runs, it prints what a person does today, and it hands off to the next one. The chain runs end to end from the first week even though almost none of it is real yet.</a:t>
            </a:r>
          </a:p>
          <a:p>
            <a:pPr algn="l">
              <a:lnSpc>
                <a:spcPct val="118000"/>
              </a:lnSpc>
              <a:spcBef>
                <a:spcPts val="0"/>
              </a:spcBef>
              <a:spcAft>
                <a:spcPts val="800"/>
              </a:spcAft>
            </a:pPr>
            <a:r>
              <a:rPr sz="1200" b="0" i="0">
                <a:solidFill>
                  <a:srgbClr val="111111"/>
                </a:solidFill>
                <a:latin typeface="Viedoc Monument Grotesk"/>
              </a:rPr>
              <a:t>Teams replace one shell at a time, and the manual step stays inside the pipeline until the automation is ready to take its place. No work stream blocks another from starting.</a:t>
            </a:r>
          </a:p>
        </p:txBody>
      </p:sp>
      <p:sp>
        <p:nvSpPr>
          <p:cNvPr id="7" name="Oval 6"/>
          <p:cNvSpPr/>
          <p:nvPr/>
        </p:nvSpPr>
        <p:spPr>
          <a:xfrm>
            <a:off x="4480560" y="1920240"/>
            <a:ext cx="420624" cy="420624"/>
          </a:xfrm>
          <a:prstGeom prst="ellipse">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700" b="1" i="0">
                <a:solidFill>
                  <a:srgbClr val="FFFFFF"/>
                </a:solidFill>
                <a:latin typeface="Viedoc Monument Grotesk"/>
              </a:rPr>
              <a:t>2</a:t>
            </a:r>
          </a:p>
        </p:txBody>
      </p:sp>
      <p:sp>
        <p:nvSpPr>
          <p:cNvPr id="8" name="Rounded Rectangle 7"/>
          <p:cNvSpPr/>
          <p:nvPr/>
        </p:nvSpPr>
        <p:spPr>
          <a:xfrm>
            <a:off x="8101583" y="2103120"/>
            <a:ext cx="3538728" cy="3749039"/>
          </a:xfrm>
          <a:prstGeom prst="roundRect">
            <a:avLst>
              <a:gd name="adj" fmla="val 5000"/>
            </a:avLst>
          </a:prstGeom>
          <a:solidFill>
            <a:srgbClr val="F3F9F6"/>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457200" rIns="146304" bIns="91440" rtlCol="0" anchor="t">
            <a:noAutofit/>
          </a:bodyPr>
          <a:lstStyle/>
          <a:p>
            <a:pPr algn="l">
              <a:lnSpc>
                <a:spcPct val="105000"/>
              </a:lnSpc>
              <a:spcBef>
                <a:spcPts val="0"/>
              </a:spcBef>
              <a:spcAft>
                <a:spcPts val="1000"/>
              </a:spcAft>
            </a:pPr>
            <a:r>
              <a:rPr sz="1700" b="1" i="0">
                <a:solidFill>
                  <a:srgbClr val="7DC6A0"/>
                </a:solidFill>
                <a:latin typeface="Viedoc Monument Grotesk"/>
              </a:rPr>
              <a:t>We own the picture, you own the how</a:t>
            </a:r>
          </a:p>
          <a:p>
            <a:pPr algn="l">
              <a:lnSpc>
                <a:spcPct val="118000"/>
              </a:lnSpc>
              <a:spcBef>
                <a:spcPts val="0"/>
              </a:spcBef>
              <a:spcAft>
                <a:spcPts val="800"/>
              </a:spcAft>
            </a:pPr>
            <a:r>
              <a:rPr sz="1200" b="0" i="0">
                <a:solidFill>
                  <a:srgbClr val="111111"/>
                </a:solidFill>
                <a:latin typeface="Viedoc Monument Grotesk"/>
              </a:rPr>
              <a:t>The core team defines what each pipeline is for and what it must produce.</a:t>
            </a:r>
          </a:p>
          <a:p>
            <a:pPr algn="l">
              <a:lnSpc>
                <a:spcPct val="118000"/>
              </a:lnSpc>
              <a:spcBef>
                <a:spcPts val="0"/>
              </a:spcBef>
              <a:spcAft>
                <a:spcPts val="800"/>
              </a:spcAft>
            </a:pPr>
            <a:r>
              <a:rPr sz="1200" b="0" i="0">
                <a:solidFill>
                  <a:srgbClr val="111111"/>
                </a:solidFill>
                <a:latin typeface="Viedoc Monument Grotesk"/>
              </a:rPr>
              <a:t>The team that owns it decides which checks that means and how they are written.</a:t>
            </a:r>
          </a:p>
        </p:txBody>
      </p:sp>
      <p:sp>
        <p:nvSpPr>
          <p:cNvPr id="9" name="Oval 8"/>
          <p:cNvSpPr/>
          <p:nvPr/>
        </p:nvSpPr>
        <p:spPr>
          <a:xfrm>
            <a:off x="8247888" y="1920240"/>
            <a:ext cx="420624" cy="420624"/>
          </a:xfrm>
          <a:prstGeom prst="ellipse">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700" b="1" i="0">
                <a:solidFill>
                  <a:srgbClr val="FFFFFF"/>
                </a:solidFill>
                <a:latin typeface="Viedoc Monument Grotesk"/>
              </a:rPr>
              <a:t>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3.jpg"/>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566928" y="2926080"/>
            <a:ext cx="6766560" cy="1417320"/>
          </a:xfrm>
        </p:spPr>
        <p:txBody>
          <a:bodyPr wrap="square" lIns="0" tIns="0" bIns="0">
            <a:noAutofit/>
          </a:bodyPr>
          <a:lstStyle/>
          <a:p>
            <a:pPr algn="l">
              <a:lnSpc>
                <a:spcPct val="95000"/>
              </a:lnSpc>
              <a:spcBef>
                <a:spcPts val="0"/>
              </a:spcBef>
              <a:spcAft>
                <a:spcPts val="0"/>
              </a:spcAft>
            </a:pPr>
            <a:r>
              <a:rPr sz="4400" b="1" i="0">
                <a:solidFill>
                  <a:srgbClr val="FFFFFF"/>
                </a:solidFill>
                <a:latin typeface="Viedoc Monument Grotesk"/>
              </a:rPr>
              <a:t>The work</a:t>
            </a:r>
          </a:p>
        </p:txBody>
      </p:sp>
      <p:sp>
        <p:nvSpPr>
          <p:cNvPr id="4" name="TextBox 3"/>
          <p:cNvSpPr txBox="1"/>
          <p:nvPr/>
        </p:nvSpPr>
        <p:spPr>
          <a:xfrm>
            <a:off x="566928" y="2359152"/>
            <a:ext cx="6766560" cy="384048"/>
          </a:xfrm>
          <a:prstGeom prst="rect">
            <a:avLst/>
          </a:prstGeom>
          <a:noFill/>
        </p:spPr>
        <p:txBody>
          <a:bodyPr wrap="square" lIns="0" tIns="0" rIns="0" bIns="0" anchor="t">
            <a:noAutofit/>
          </a:bodyPr>
          <a:lstStyle/>
          <a:p>
            <a:pPr algn="l">
              <a:spcBef>
                <a:spcPts val="0"/>
              </a:spcBef>
              <a:spcAft>
                <a:spcPts val="0"/>
              </a:spcAft>
            </a:pPr>
            <a:r>
              <a:rPr sz="1500" b="1" i="0">
                <a:solidFill>
                  <a:srgbClr val="F4B43D"/>
                </a:solidFill>
                <a:latin typeface="Viedoc Monument Grotesk"/>
              </a:rPr>
              <a:t>PART THREE</a:t>
            </a:r>
          </a:p>
        </p:txBody>
      </p:sp>
      <p:sp>
        <p:nvSpPr>
          <p:cNvPr id="5" name="TextBox 4"/>
          <p:cNvSpPr txBox="1"/>
          <p:nvPr/>
        </p:nvSpPr>
        <p:spPr>
          <a:xfrm>
            <a:off x="566928" y="4389120"/>
            <a:ext cx="7863840" cy="1188720"/>
          </a:xfrm>
          <a:prstGeom prst="rect">
            <a:avLst/>
          </a:prstGeom>
          <a:noFill/>
        </p:spPr>
        <p:txBody>
          <a:bodyPr wrap="square" lIns="0" tIns="0" rIns="0" bIns="0" anchor="t">
            <a:noAutofit/>
          </a:bodyPr>
          <a:lstStyle/>
          <a:p>
            <a:pPr algn="l">
              <a:lnSpc>
                <a:spcPct val="115000"/>
              </a:lnSpc>
              <a:spcBef>
                <a:spcPts val="0"/>
              </a:spcBef>
              <a:spcAft>
                <a:spcPts val="0"/>
              </a:spcAft>
            </a:pPr>
            <a:r>
              <a:rPr sz="1600" b="0" i="0">
                <a:solidFill>
                  <a:srgbClr val="FFFFFF"/>
                </a:solidFill>
                <a:latin typeface="Viedoc Monument Grotesk"/>
              </a:rPr>
              <a:t>Fourteen work streams. Six of them have nobody's name on them.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6400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Fourteen work streams</a:t>
            </a:r>
          </a:p>
        </p:txBody>
      </p:sp>
      <p:sp>
        <p:nvSpPr>
          <p:cNvPr id="4" name="TextBox 3"/>
          <p:cNvSpPr txBox="1"/>
          <p:nvPr/>
        </p:nvSpPr>
        <p:spPr>
          <a:xfrm>
            <a:off x="566928" y="1481328"/>
            <a:ext cx="11064240" cy="310896"/>
          </a:xfrm>
          <a:prstGeom prst="rect">
            <a:avLst/>
          </a:prstGeom>
          <a:noFill/>
        </p:spPr>
        <p:txBody>
          <a:bodyPr wrap="square" lIns="0" tIns="0" rIns="0" bIns="0" anchor="t">
            <a:noAutofit/>
          </a:bodyPr>
          <a:lstStyle/>
          <a:p>
            <a:pPr algn="l">
              <a:spcBef>
                <a:spcPts val="0"/>
              </a:spcBef>
              <a:spcAft>
                <a:spcPts val="0"/>
              </a:spcAft>
            </a:pPr>
            <a:r>
              <a:rPr sz="1400" b="0" i="0">
                <a:solidFill>
                  <a:srgbClr val="707070"/>
                </a:solidFill>
                <a:latin typeface="Viedoc Monument Grotesk"/>
              </a:rPr>
              <a:t>Owned by the teams that own the code. The core team owns the picture and the release pipelines themselves.</a:t>
            </a:r>
          </a:p>
        </p:txBody>
      </p:sp>
      <p:sp>
        <p:nvSpPr>
          <p:cNvPr id="5" name="Rounded Rectangle 4"/>
          <p:cNvSpPr/>
          <p:nvPr/>
        </p:nvSpPr>
        <p:spPr>
          <a:xfrm>
            <a:off x="566928" y="1965960"/>
            <a:ext cx="3538728" cy="731520"/>
          </a:xfrm>
          <a:prstGeom prst="roundRect">
            <a:avLst>
              <a:gd name="adj" fmla="val 5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Run test cases on dev environments</a:t>
            </a:r>
          </a:p>
          <a:p>
            <a:pPr algn="l">
              <a:lnSpc>
                <a:spcPct val="105000"/>
              </a:lnSpc>
              <a:spcBef>
                <a:spcPts val="200"/>
              </a:spcBef>
              <a:spcAft>
                <a:spcPts val="0"/>
              </a:spcAft>
            </a:pPr>
            <a:r>
              <a:rPr sz="1000" b="0" i="0">
                <a:solidFill>
                  <a:srgbClr val="707070"/>
                </a:solidFill>
                <a:latin typeface="Viedoc Monument Grotesk"/>
              </a:rPr>
              <a:t>Daniel B.</a:t>
            </a:r>
          </a:p>
        </p:txBody>
      </p:sp>
      <p:sp>
        <p:nvSpPr>
          <p:cNvPr id="6" name="Oval 5"/>
          <p:cNvSpPr/>
          <p:nvPr/>
        </p:nvSpPr>
        <p:spPr>
          <a:xfrm>
            <a:off x="685800" y="2148840"/>
            <a:ext cx="365760" cy="365760"/>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1</a:t>
            </a:r>
          </a:p>
        </p:txBody>
      </p:sp>
      <p:sp>
        <p:nvSpPr>
          <p:cNvPr id="7" name="Rounded Rectangle 6"/>
          <p:cNvSpPr/>
          <p:nvPr/>
        </p:nvSpPr>
        <p:spPr>
          <a:xfrm>
            <a:off x="566928" y="2788920"/>
            <a:ext cx="3538728" cy="731520"/>
          </a:xfrm>
          <a:prstGeom prst="roundRect">
            <a:avLst>
              <a:gd name="adj" fmla="val 5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Trunk-based — main is always releasable</a:t>
            </a:r>
          </a:p>
          <a:p>
            <a:pPr algn="l">
              <a:lnSpc>
                <a:spcPct val="105000"/>
              </a:lnSpc>
              <a:spcBef>
                <a:spcPts val="200"/>
              </a:spcBef>
              <a:spcAft>
                <a:spcPts val="0"/>
              </a:spcAft>
            </a:pPr>
            <a:r>
              <a:rPr sz="1000" b="0" i="0">
                <a:solidFill>
                  <a:srgbClr val="707070"/>
                </a:solidFill>
                <a:latin typeface="Viedoc Monument Grotesk"/>
              </a:rPr>
              <a:t>Oscar + tech leads</a:t>
            </a:r>
          </a:p>
        </p:txBody>
      </p:sp>
      <p:sp>
        <p:nvSpPr>
          <p:cNvPr id="8" name="Oval 7"/>
          <p:cNvSpPr/>
          <p:nvPr/>
        </p:nvSpPr>
        <p:spPr>
          <a:xfrm>
            <a:off x="685800" y="2971800"/>
            <a:ext cx="365760" cy="365760"/>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50" b="1" i="0">
                <a:solidFill>
                  <a:srgbClr val="FFFFFF"/>
                </a:solidFill>
                <a:latin typeface="Viedoc Monument Grotesk"/>
              </a:rPr>
              <a:t>1b</a:t>
            </a:r>
          </a:p>
        </p:txBody>
      </p:sp>
      <p:sp>
        <p:nvSpPr>
          <p:cNvPr id="9" name="Rounded Rectangle 8"/>
          <p:cNvSpPr/>
          <p:nvPr/>
        </p:nvSpPr>
        <p:spPr>
          <a:xfrm>
            <a:off x="566928" y="3611880"/>
            <a:ext cx="3538728" cy="731520"/>
          </a:xfrm>
          <a:prstGeom prst="roundRect">
            <a:avLst>
              <a:gd name="adj" fmla="val 5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PQ</a:t>
            </a:r>
          </a:p>
          <a:p>
            <a:pPr algn="l">
              <a:lnSpc>
                <a:spcPct val="105000"/>
              </a:lnSpc>
              <a:spcBef>
                <a:spcPts val="200"/>
              </a:spcBef>
              <a:spcAft>
                <a:spcPts val="0"/>
              </a:spcAft>
            </a:pPr>
            <a:r>
              <a:rPr sz="1000" b="0" i="0">
                <a:solidFill>
                  <a:srgbClr val="707070"/>
                </a:solidFill>
                <a:latin typeface="Viedoc Monument Grotesk"/>
              </a:rPr>
              <a:t>Ganesh / Daniel / Surya</a:t>
            </a:r>
          </a:p>
        </p:txBody>
      </p:sp>
      <p:sp>
        <p:nvSpPr>
          <p:cNvPr id="10" name="Oval 9"/>
          <p:cNvSpPr/>
          <p:nvPr/>
        </p:nvSpPr>
        <p:spPr>
          <a:xfrm>
            <a:off x="685800" y="3794760"/>
            <a:ext cx="365760" cy="365760"/>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2</a:t>
            </a:r>
          </a:p>
        </p:txBody>
      </p:sp>
      <p:sp>
        <p:nvSpPr>
          <p:cNvPr id="11" name="Rounded Rectangle 10"/>
          <p:cNvSpPr/>
          <p:nvPr/>
        </p:nvSpPr>
        <p:spPr>
          <a:xfrm>
            <a:off x="566928" y="4434840"/>
            <a:ext cx="3538728" cy="731520"/>
          </a:xfrm>
          <a:prstGeom prst="roundRect">
            <a:avLst>
              <a:gd name="adj" fmla="val 5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Infrastructure as code, in Bicep</a:t>
            </a:r>
          </a:p>
          <a:p>
            <a:pPr algn="l">
              <a:lnSpc>
                <a:spcPct val="105000"/>
              </a:lnSpc>
              <a:spcBef>
                <a:spcPts val="200"/>
              </a:spcBef>
              <a:spcAft>
                <a:spcPts val="0"/>
              </a:spcAft>
            </a:pPr>
            <a:r>
              <a:rPr sz="1000" b="0" i="0">
                <a:solidFill>
                  <a:srgbClr val="707070"/>
                </a:solidFill>
                <a:latin typeface="Viedoc Monument Grotesk"/>
              </a:rPr>
              <a:t>Sebastian / Platform</a:t>
            </a:r>
          </a:p>
        </p:txBody>
      </p:sp>
      <p:sp>
        <p:nvSpPr>
          <p:cNvPr id="12" name="Oval 11"/>
          <p:cNvSpPr/>
          <p:nvPr/>
        </p:nvSpPr>
        <p:spPr>
          <a:xfrm>
            <a:off x="685800" y="4617720"/>
            <a:ext cx="365760" cy="365760"/>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3</a:t>
            </a:r>
          </a:p>
        </p:txBody>
      </p:sp>
      <p:sp>
        <p:nvSpPr>
          <p:cNvPr id="13" name="Rounded Rectangle 12"/>
          <p:cNvSpPr/>
          <p:nvPr/>
        </p:nvSpPr>
        <p:spPr>
          <a:xfrm>
            <a:off x="566928" y="5257800"/>
            <a:ext cx="3538728" cy="731520"/>
          </a:xfrm>
          <a:prstGeom prst="roundRect">
            <a:avLst>
              <a:gd name="adj" fmla="val 5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PDF generation</a:t>
            </a:r>
          </a:p>
          <a:p>
            <a:pPr algn="l">
              <a:lnSpc>
                <a:spcPct val="105000"/>
              </a:lnSpc>
              <a:spcBef>
                <a:spcPts val="200"/>
              </a:spcBef>
              <a:spcAft>
                <a:spcPts val="0"/>
              </a:spcAft>
            </a:pPr>
            <a:r>
              <a:rPr sz="1000" b="0" i="0">
                <a:solidFill>
                  <a:srgbClr val="707070"/>
                </a:solidFill>
                <a:latin typeface="Viedoc Monument Grotesk"/>
              </a:rPr>
              <a:t>Heartbeat</a:t>
            </a:r>
          </a:p>
        </p:txBody>
      </p:sp>
      <p:sp>
        <p:nvSpPr>
          <p:cNvPr id="14" name="Oval 13"/>
          <p:cNvSpPr/>
          <p:nvPr/>
        </p:nvSpPr>
        <p:spPr>
          <a:xfrm>
            <a:off x="685800" y="5440680"/>
            <a:ext cx="365760" cy="365760"/>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4</a:t>
            </a:r>
          </a:p>
        </p:txBody>
      </p:sp>
      <p:sp>
        <p:nvSpPr>
          <p:cNvPr id="15" name="Rounded Rectangle 14"/>
          <p:cNvSpPr/>
          <p:nvPr/>
        </p:nvSpPr>
        <p:spPr>
          <a:xfrm>
            <a:off x="4334256" y="1965960"/>
            <a:ext cx="3538728" cy="731520"/>
          </a:xfrm>
          <a:prstGeom prst="roundRect">
            <a:avLst>
              <a:gd name="adj" fmla="val 5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Worker → Container Apps</a:t>
            </a:r>
          </a:p>
          <a:p>
            <a:pPr algn="l">
              <a:lnSpc>
                <a:spcPct val="105000"/>
              </a:lnSpc>
              <a:spcBef>
                <a:spcPts val="200"/>
              </a:spcBef>
              <a:spcAft>
                <a:spcPts val="0"/>
              </a:spcAft>
            </a:pPr>
            <a:r>
              <a:rPr sz="1000" b="0" i="0">
                <a:solidFill>
                  <a:srgbClr val="707070"/>
                </a:solidFill>
                <a:latin typeface="Viedoc Monument Grotesk"/>
              </a:rPr>
              <a:t>Heartbeat</a:t>
            </a:r>
          </a:p>
        </p:txBody>
      </p:sp>
      <p:sp>
        <p:nvSpPr>
          <p:cNvPr id="16" name="Oval 15"/>
          <p:cNvSpPr/>
          <p:nvPr/>
        </p:nvSpPr>
        <p:spPr>
          <a:xfrm>
            <a:off x="4453128" y="2148840"/>
            <a:ext cx="365760" cy="365760"/>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5</a:t>
            </a:r>
          </a:p>
        </p:txBody>
      </p:sp>
      <p:sp>
        <p:nvSpPr>
          <p:cNvPr id="17" name="Rounded Rectangle 16"/>
          <p:cNvSpPr/>
          <p:nvPr/>
        </p:nvSpPr>
        <p:spPr>
          <a:xfrm>
            <a:off x="4334256" y="2788920"/>
            <a:ext cx="3538728" cy="731520"/>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Replace the Report Generator</a:t>
            </a:r>
          </a:p>
          <a:p>
            <a:pPr algn="l">
              <a:lnSpc>
                <a:spcPct val="105000"/>
              </a:lnSpc>
              <a:spcBef>
                <a:spcPts val="200"/>
              </a:spcBef>
              <a:spcAft>
                <a:spcPts val="0"/>
              </a:spcAft>
            </a:pPr>
            <a:r>
              <a:rPr sz="1000" b="1" i="0">
                <a:solidFill>
                  <a:srgbClr val="FF865F"/>
                </a:solidFill>
                <a:latin typeface="Viedoc Monument Grotesk"/>
              </a:rPr>
              <a:t>OPEN</a:t>
            </a:r>
          </a:p>
        </p:txBody>
      </p:sp>
      <p:sp>
        <p:nvSpPr>
          <p:cNvPr id="18" name="Oval 17"/>
          <p:cNvSpPr/>
          <p:nvPr/>
        </p:nvSpPr>
        <p:spPr>
          <a:xfrm>
            <a:off x="4453128" y="2971800"/>
            <a:ext cx="365760" cy="365760"/>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6</a:t>
            </a:r>
          </a:p>
        </p:txBody>
      </p:sp>
      <p:sp>
        <p:nvSpPr>
          <p:cNvPr id="19" name="Rounded Rectangle 18"/>
          <p:cNvSpPr/>
          <p:nvPr/>
        </p:nvSpPr>
        <p:spPr>
          <a:xfrm>
            <a:off x="4334256" y="3611880"/>
            <a:ext cx="3538728" cy="731520"/>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Smoke test</a:t>
            </a:r>
          </a:p>
          <a:p>
            <a:pPr algn="l">
              <a:lnSpc>
                <a:spcPct val="105000"/>
              </a:lnSpc>
              <a:spcBef>
                <a:spcPts val="200"/>
              </a:spcBef>
              <a:spcAft>
                <a:spcPts val="0"/>
              </a:spcAft>
            </a:pPr>
            <a:r>
              <a:rPr sz="1000" b="1" i="0">
                <a:solidFill>
                  <a:srgbClr val="FF865F"/>
                </a:solidFill>
                <a:latin typeface="Viedoc Monument Grotesk"/>
              </a:rPr>
              <a:t>OPEN</a:t>
            </a:r>
          </a:p>
        </p:txBody>
      </p:sp>
      <p:sp>
        <p:nvSpPr>
          <p:cNvPr id="20" name="Oval 19"/>
          <p:cNvSpPr/>
          <p:nvPr/>
        </p:nvSpPr>
        <p:spPr>
          <a:xfrm>
            <a:off x="4453128" y="3794760"/>
            <a:ext cx="365760" cy="365760"/>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7</a:t>
            </a:r>
          </a:p>
        </p:txBody>
      </p:sp>
      <p:sp>
        <p:nvSpPr>
          <p:cNvPr id="21" name="Rounded Rectangle 20"/>
          <p:cNvSpPr/>
          <p:nvPr/>
        </p:nvSpPr>
        <p:spPr>
          <a:xfrm>
            <a:off x="4334256" y="4434840"/>
            <a:ext cx="3538728" cy="731520"/>
          </a:xfrm>
          <a:prstGeom prst="roundRect">
            <a:avLst>
              <a:gd name="adj" fmla="val 5000"/>
            </a:avLst>
          </a:prstGeom>
          <a:solidFill>
            <a:srgbClr val="FDF7EB"/>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IQ / OQ</a:t>
            </a:r>
          </a:p>
          <a:p>
            <a:pPr algn="l">
              <a:lnSpc>
                <a:spcPct val="105000"/>
              </a:lnSpc>
              <a:spcBef>
                <a:spcPts val="200"/>
              </a:spcBef>
              <a:spcAft>
                <a:spcPts val="0"/>
              </a:spcAft>
            </a:pPr>
            <a:r>
              <a:rPr sz="1000" b="1" i="0">
                <a:solidFill>
                  <a:srgbClr val="F4B43D"/>
                </a:solidFill>
                <a:latin typeface="Viedoc Monument Grotesk"/>
              </a:rPr>
              <a:t>Phoenix — not confirmed</a:t>
            </a:r>
          </a:p>
        </p:txBody>
      </p:sp>
      <p:sp>
        <p:nvSpPr>
          <p:cNvPr id="22" name="Oval 21"/>
          <p:cNvSpPr/>
          <p:nvPr/>
        </p:nvSpPr>
        <p:spPr>
          <a:xfrm>
            <a:off x="4453128" y="4617720"/>
            <a:ext cx="365760" cy="365760"/>
          </a:xfrm>
          <a:prstGeom prst="ellipse">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8</a:t>
            </a:r>
          </a:p>
        </p:txBody>
      </p:sp>
      <p:sp>
        <p:nvSpPr>
          <p:cNvPr id="23" name="Rounded Rectangle 22"/>
          <p:cNvSpPr/>
          <p:nvPr/>
        </p:nvSpPr>
        <p:spPr>
          <a:xfrm>
            <a:off x="4334256" y="5257800"/>
            <a:ext cx="3538728" cy="731520"/>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Release notes</a:t>
            </a:r>
          </a:p>
          <a:p>
            <a:pPr algn="l">
              <a:lnSpc>
                <a:spcPct val="105000"/>
              </a:lnSpc>
              <a:spcBef>
                <a:spcPts val="200"/>
              </a:spcBef>
              <a:spcAft>
                <a:spcPts val="0"/>
              </a:spcAft>
            </a:pPr>
            <a:r>
              <a:rPr sz="1000" b="1" i="0">
                <a:solidFill>
                  <a:srgbClr val="FF865F"/>
                </a:solidFill>
                <a:latin typeface="Viedoc Monument Grotesk"/>
              </a:rPr>
              <a:t>OPEN</a:t>
            </a:r>
          </a:p>
        </p:txBody>
      </p:sp>
      <p:sp>
        <p:nvSpPr>
          <p:cNvPr id="24" name="Oval 23"/>
          <p:cNvSpPr/>
          <p:nvPr/>
        </p:nvSpPr>
        <p:spPr>
          <a:xfrm>
            <a:off x="4453128" y="5440680"/>
            <a:ext cx="365760" cy="365760"/>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9</a:t>
            </a:r>
          </a:p>
        </p:txBody>
      </p:sp>
      <p:sp>
        <p:nvSpPr>
          <p:cNvPr id="25" name="Rounded Rectangle 24"/>
          <p:cNvSpPr/>
          <p:nvPr/>
        </p:nvSpPr>
        <p:spPr>
          <a:xfrm>
            <a:off x="8101583" y="1965960"/>
            <a:ext cx="3538728" cy="731520"/>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PR-to-main validation</a:t>
            </a:r>
          </a:p>
          <a:p>
            <a:pPr algn="l">
              <a:lnSpc>
                <a:spcPct val="105000"/>
              </a:lnSpc>
              <a:spcBef>
                <a:spcPts val="200"/>
              </a:spcBef>
              <a:spcAft>
                <a:spcPts val="0"/>
              </a:spcAft>
            </a:pPr>
            <a:r>
              <a:rPr sz="1000" b="1" i="0">
                <a:solidFill>
                  <a:srgbClr val="FF865F"/>
                </a:solidFill>
                <a:latin typeface="Viedoc Monument Grotesk"/>
              </a:rPr>
              <a:t>OPEN</a:t>
            </a:r>
          </a:p>
        </p:txBody>
      </p:sp>
      <p:sp>
        <p:nvSpPr>
          <p:cNvPr id="26" name="Oval 25"/>
          <p:cNvSpPr/>
          <p:nvPr/>
        </p:nvSpPr>
        <p:spPr>
          <a:xfrm>
            <a:off x="8220456" y="2148840"/>
            <a:ext cx="365760" cy="365760"/>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50" b="1" i="0">
                <a:solidFill>
                  <a:srgbClr val="FFFFFF"/>
                </a:solidFill>
                <a:latin typeface="Viedoc Monument Grotesk"/>
              </a:rPr>
              <a:t>10</a:t>
            </a:r>
          </a:p>
        </p:txBody>
      </p:sp>
      <p:sp>
        <p:nvSpPr>
          <p:cNvPr id="27" name="Rounded Rectangle 26"/>
          <p:cNvSpPr/>
          <p:nvPr/>
        </p:nvSpPr>
        <p:spPr>
          <a:xfrm>
            <a:off x="8101583" y="2788920"/>
            <a:ext cx="3538728" cy="731520"/>
          </a:xfrm>
          <a:prstGeom prst="roundRect">
            <a:avLst>
              <a:gd name="adj" fmla="val 5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Release pipelines end to end</a:t>
            </a:r>
          </a:p>
          <a:p>
            <a:pPr algn="l">
              <a:lnSpc>
                <a:spcPct val="105000"/>
              </a:lnSpc>
              <a:spcBef>
                <a:spcPts val="200"/>
              </a:spcBef>
              <a:spcAft>
                <a:spcPts val="0"/>
              </a:spcAft>
            </a:pPr>
            <a:r>
              <a:rPr sz="1000" b="0" i="0">
                <a:solidFill>
                  <a:srgbClr val="707070"/>
                </a:solidFill>
                <a:latin typeface="Viedoc Monument Grotesk"/>
              </a:rPr>
              <a:t>Core team — hands-on</a:t>
            </a:r>
          </a:p>
        </p:txBody>
      </p:sp>
      <p:sp>
        <p:nvSpPr>
          <p:cNvPr id="28" name="Oval 27"/>
          <p:cNvSpPr/>
          <p:nvPr/>
        </p:nvSpPr>
        <p:spPr>
          <a:xfrm>
            <a:off x="8220456" y="2971800"/>
            <a:ext cx="365760" cy="365760"/>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50" b="1" i="0">
                <a:solidFill>
                  <a:srgbClr val="FFFFFF"/>
                </a:solidFill>
                <a:latin typeface="Viedoc Monument Grotesk"/>
              </a:rPr>
              <a:t>11</a:t>
            </a:r>
          </a:p>
        </p:txBody>
      </p:sp>
      <p:sp>
        <p:nvSpPr>
          <p:cNvPr id="29" name="Rounded Rectangle 28"/>
          <p:cNvSpPr/>
          <p:nvPr/>
        </p:nvSpPr>
        <p:spPr>
          <a:xfrm>
            <a:off x="8101583" y="3611880"/>
            <a:ext cx="3538728" cy="731520"/>
          </a:xfrm>
          <a:prstGeom prst="roundRect">
            <a:avLst>
              <a:gd name="adj" fmla="val 5000"/>
            </a:avLst>
          </a:prstGeom>
          <a:solidFill>
            <a:srgbClr val="F1F1F1"/>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Write down what “done” means</a:t>
            </a:r>
          </a:p>
          <a:p>
            <a:pPr algn="l">
              <a:lnSpc>
                <a:spcPct val="105000"/>
              </a:lnSpc>
              <a:spcBef>
                <a:spcPts val="200"/>
              </a:spcBef>
              <a:spcAft>
                <a:spcPts val="0"/>
              </a:spcAft>
            </a:pPr>
            <a:r>
              <a:rPr sz="1000" b="0" i="0">
                <a:solidFill>
                  <a:srgbClr val="707070"/>
                </a:solidFill>
                <a:latin typeface="Viedoc Monument Grotesk"/>
              </a:rPr>
              <a:t>QA + tech leads</a:t>
            </a:r>
          </a:p>
        </p:txBody>
      </p:sp>
      <p:sp>
        <p:nvSpPr>
          <p:cNvPr id="30" name="Oval 29"/>
          <p:cNvSpPr/>
          <p:nvPr/>
        </p:nvSpPr>
        <p:spPr>
          <a:xfrm>
            <a:off x="8220456" y="3794760"/>
            <a:ext cx="365760" cy="365760"/>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50" b="1" i="0">
                <a:solidFill>
                  <a:srgbClr val="FFFFFF"/>
                </a:solidFill>
                <a:latin typeface="Viedoc Monument Grotesk"/>
              </a:rPr>
              <a:t>12</a:t>
            </a:r>
          </a:p>
        </p:txBody>
      </p:sp>
      <p:sp>
        <p:nvSpPr>
          <p:cNvPr id="31" name="Rounded Rectangle 30"/>
          <p:cNvSpPr/>
          <p:nvPr/>
        </p:nvSpPr>
        <p:spPr>
          <a:xfrm>
            <a:off x="8101583" y="4434840"/>
            <a:ext cx="3538728" cy="731520"/>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Every document traced to its source</a:t>
            </a:r>
          </a:p>
          <a:p>
            <a:pPr algn="l">
              <a:lnSpc>
                <a:spcPct val="105000"/>
              </a:lnSpc>
              <a:spcBef>
                <a:spcPts val="200"/>
              </a:spcBef>
              <a:spcAft>
                <a:spcPts val="0"/>
              </a:spcAft>
            </a:pPr>
            <a:r>
              <a:rPr sz="1000" b="1" i="0">
                <a:solidFill>
                  <a:srgbClr val="FF865F"/>
                </a:solidFill>
                <a:latin typeface="Viedoc Monument Grotesk"/>
              </a:rPr>
              <a:t>OPEN — needs QA</a:t>
            </a:r>
          </a:p>
        </p:txBody>
      </p:sp>
      <p:sp>
        <p:nvSpPr>
          <p:cNvPr id="32" name="Oval 31"/>
          <p:cNvSpPr/>
          <p:nvPr/>
        </p:nvSpPr>
        <p:spPr>
          <a:xfrm>
            <a:off x="8220456" y="4617720"/>
            <a:ext cx="365760" cy="365760"/>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50" b="1" i="0">
                <a:solidFill>
                  <a:srgbClr val="FFFFFF"/>
                </a:solidFill>
                <a:latin typeface="Viedoc Monument Grotesk"/>
              </a:rPr>
              <a:t>13</a:t>
            </a:r>
          </a:p>
        </p:txBody>
      </p:sp>
      <p:sp>
        <p:nvSpPr>
          <p:cNvPr id="33" name="Rounded Rectangle 32"/>
          <p:cNvSpPr/>
          <p:nvPr/>
        </p:nvSpPr>
        <p:spPr>
          <a:xfrm>
            <a:off x="8101583" y="5257800"/>
            <a:ext cx="3538728" cy="731520"/>
          </a:xfrm>
          <a:prstGeom prst="roundRect">
            <a:avLst>
              <a:gd name="adj" fmla="val 5000"/>
            </a:avLst>
          </a:prstGeom>
          <a:solidFill>
            <a:srgbClr val="FFF2EF"/>
          </a:solidFill>
          <a:ln>
            <a:noFill/>
          </a:ln>
          <a:effectLst/>
        </p:spPr>
        <p:style>
          <a:lnRef idx="1">
            <a:schemeClr val="accent1"/>
          </a:lnRef>
          <a:fillRef idx="3">
            <a:schemeClr val="accent1"/>
          </a:fillRef>
          <a:effectRef idx="2">
            <a:schemeClr val="accent1"/>
          </a:effectRef>
          <a:fontRef idx="minor">
            <a:schemeClr val="lt1"/>
          </a:fontRef>
        </p:style>
        <p:txBody>
          <a:bodyPr wrap="square" lIns="566928" tIns="91440" bIns="91440" rtlCol="0" anchor="ctr">
            <a:noAutofit/>
          </a:bodyPr>
          <a:lstStyle/>
          <a:p>
            <a:pPr algn="l">
              <a:lnSpc>
                <a:spcPct val="105000"/>
              </a:lnSpc>
              <a:spcBef>
                <a:spcPts val="0"/>
              </a:spcBef>
              <a:spcAft>
                <a:spcPts val="0"/>
              </a:spcAft>
            </a:pPr>
            <a:r>
              <a:rPr sz="1150" b="1" i="0">
                <a:solidFill>
                  <a:srgbClr val="111111"/>
                </a:solidFill>
                <a:latin typeface="Viedoc Monument Grotesk"/>
              </a:rPr>
              <a:t>What every package publishes</a:t>
            </a:r>
          </a:p>
          <a:p>
            <a:pPr algn="l">
              <a:lnSpc>
                <a:spcPct val="105000"/>
              </a:lnSpc>
              <a:spcBef>
                <a:spcPts val="200"/>
              </a:spcBef>
              <a:spcAft>
                <a:spcPts val="0"/>
              </a:spcAft>
            </a:pPr>
            <a:r>
              <a:rPr sz="1000" b="1" i="0">
                <a:solidFill>
                  <a:srgbClr val="FF865F"/>
                </a:solidFill>
                <a:latin typeface="Viedoc Monument Grotesk"/>
              </a:rPr>
              <a:t>OPEN</a:t>
            </a:r>
          </a:p>
        </p:txBody>
      </p:sp>
      <p:sp>
        <p:nvSpPr>
          <p:cNvPr id="34" name="Oval 33"/>
          <p:cNvSpPr/>
          <p:nvPr/>
        </p:nvSpPr>
        <p:spPr>
          <a:xfrm>
            <a:off x="8220456" y="5440680"/>
            <a:ext cx="365760" cy="365760"/>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50" b="1" i="0">
                <a:solidFill>
                  <a:srgbClr val="FFFFFF"/>
                </a:solidFill>
                <a:latin typeface="Viedoc Monument Grotesk"/>
              </a:rPr>
              <a:t>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566928"/>
          </a:xfrm>
        </p:spPr>
        <p:txBody>
          <a:bodyPr wrap="square" lIns="0" tIns="0" bIns="0">
            <a:noAutofit/>
          </a:bodyPr>
          <a:lstStyle/>
          <a:p>
            <a:pPr algn="l">
              <a:lnSpc>
                <a:spcPct val="98000"/>
              </a:lnSpc>
              <a:spcBef>
                <a:spcPts val="0"/>
              </a:spcBef>
              <a:spcAft>
                <a:spcPts val="0"/>
              </a:spcAft>
            </a:pPr>
            <a:r>
              <a:rPr sz="3200" b="1" i="0">
                <a:solidFill>
                  <a:srgbClr val="111111"/>
                </a:solidFill>
                <a:latin typeface="Viedoc Monument Grotesk"/>
              </a:rPr>
              <a:t>Six need an owner. Today.</a:t>
            </a:r>
          </a:p>
        </p:txBody>
      </p:sp>
      <p:sp>
        <p:nvSpPr>
          <p:cNvPr id="4" name="TextBox 3"/>
          <p:cNvSpPr txBox="1"/>
          <p:nvPr/>
        </p:nvSpPr>
        <p:spPr>
          <a:xfrm>
            <a:off x="566928" y="1408176"/>
            <a:ext cx="11064240" cy="292608"/>
          </a:xfrm>
          <a:prstGeom prst="rect">
            <a:avLst/>
          </a:prstGeom>
          <a:noFill/>
        </p:spPr>
        <p:txBody>
          <a:bodyPr wrap="square" lIns="0" tIns="0" rIns="0" bIns="0" anchor="t">
            <a:noAutofit/>
          </a:bodyPr>
          <a:lstStyle/>
          <a:p>
            <a:pPr algn="l">
              <a:spcBef>
                <a:spcPts val="0"/>
              </a:spcBef>
              <a:spcAft>
                <a:spcPts val="0"/>
              </a:spcAft>
            </a:pPr>
            <a:r>
              <a:rPr sz="1400" b="0" i="0">
                <a:solidFill>
                  <a:srgbClr val="707070"/>
                </a:solidFill>
                <a:latin typeface="Viedoc Monument Grotesk"/>
              </a:rPr>
              <a:t>Sign up for the one you want — we would rather that than assign it.</a:t>
            </a:r>
          </a:p>
        </p:txBody>
      </p:sp>
      <p:sp>
        <p:nvSpPr>
          <p:cNvPr id="5" name="Rounded Rectangle 4"/>
          <p:cNvSpPr/>
          <p:nvPr/>
        </p:nvSpPr>
        <p:spPr>
          <a:xfrm>
            <a:off x="566928" y="1755648"/>
            <a:ext cx="11064240" cy="694944"/>
          </a:xfrm>
          <a:prstGeom prst="roundRect">
            <a:avLst>
              <a:gd name="adj" fmla="val 5000"/>
            </a:avLst>
          </a:prstGeom>
          <a:solidFill>
            <a:srgbClr val="FFF6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6" name="Oval 5"/>
          <p:cNvSpPr/>
          <p:nvPr/>
        </p:nvSpPr>
        <p:spPr>
          <a:xfrm>
            <a:off x="713232" y="1929384"/>
            <a:ext cx="347472" cy="347472"/>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6</a:t>
            </a:r>
          </a:p>
        </p:txBody>
      </p:sp>
      <p:sp>
        <p:nvSpPr>
          <p:cNvPr id="7" name="TextBox 6"/>
          <p:cNvSpPr txBox="1"/>
          <p:nvPr/>
        </p:nvSpPr>
        <p:spPr>
          <a:xfrm>
            <a:off x="1207007" y="1810512"/>
            <a:ext cx="5989320" cy="621792"/>
          </a:xfrm>
          <a:prstGeom prst="rect">
            <a:avLst/>
          </a:prstGeom>
          <a:noFill/>
        </p:spPr>
        <p:txBody>
          <a:bodyPr wrap="square" lIns="0" tIns="0" rIns="0" bIns="0" anchor="t">
            <a:noAutofit/>
          </a:bodyPr>
          <a:lstStyle/>
          <a:p>
            <a:pPr algn="l">
              <a:lnSpc>
                <a:spcPct val="100000"/>
              </a:lnSpc>
              <a:spcBef>
                <a:spcPts val="0"/>
              </a:spcBef>
              <a:spcAft>
                <a:spcPts val="0"/>
              </a:spcAft>
            </a:pPr>
            <a:r>
              <a:rPr sz="1350" b="1" i="0">
                <a:solidFill>
                  <a:srgbClr val="111111"/>
                </a:solidFill>
                <a:latin typeface="Viedoc Monument Grotesk"/>
              </a:rPr>
              <a:t>Replace the Report Generator</a:t>
            </a:r>
          </a:p>
          <a:p>
            <a:pPr algn="l">
              <a:lnSpc>
                <a:spcPct val="114000"/>
              </a:lnSpc>
              <a:spcBef>
                <a:spcPts val="200"/>
              </a:spcBef>
              <a:spcAft>
                <a:spcPts val="0"/>
              </a:spcAft>
            </a:pPr>
            <a:r>
              <a:rPr sz="1000" b="0" i="0">
                <a:solidFill>
                  <a:srgbClr val="707070"/>
                </a:solidFill>
                <a:latin typeface="Viedoc Monument Grotesk"/>
              </a:rPr>
              <a:t>Five documents out of one parameterized pipeline. Retires the Report Generator VM and the document-numbering spreadsheet.</a:t>
            </a:r>
          </a:p>
        </p:txBody>
      </p:sp>
      <p:sp>
        <p:nvSpPr>
          <p:cNvPr id="8" name="TextBox 7"/>
          <p:cNvSpPr txBox="1"/>
          <p:nvPr/>
        </p:nvSpPr>
        <p:spPr>
          <a:xfrm>
            <a:off x="7296912" y="1874519"/>
            <a:ext cx="1463040" cy="457200"/>
          </a:xfrm>
          <a:prstGeom prst="rect">
            <a:avLst/>
          </a:prstGeom>
          <a:noFill/>
        </p:spPr>
        <p:txBody>
          <a:bodyPr wrap="square" lIns="0" tIns="0" rIns="0" bIns="0" anchor="ctr">
            <a:noAutofit/>
          </a:bodyPr>
          <a:lstStyle/>
          <a:p>
            <a:pPr algn="l">
              <a:lnSpc>
                <a:spcPct val="115000"/>
              </a:lnSpc>
              <a:spcBef>
                <a:spcPts val="0"/>
              </a:spcBef>
              <a:spcAft>
                <a:spcPts val="0"/>
              </a:spcAft>
            </a:pPr>
            <a:r>
              <a:rPr sz="1000" b="1" i="0">
                <a:solidFill>
                  <a:srgbClr val="FF865F"/>
                </a:solidFill>
                <a:latin typeface="Viedoc Monument Grotesk"/>
              </a:rPr>
              <a:t>by 18 Sep</a:t>
            </a:r>
          </a:p>
        </p:txBody>
      </p:sp>
      <p:sp>
        <p:nvSpPr>
          <p:cNvPr id="9" name="Rounded Rectangle 8"/>
          <p:cNvSpPr/>
          <p:nvPr/>
        </p:nvSpPr>
        <p:spPr>
          <a:xfrm>
            <a:off x="8796528" y="1892807"/>
            <a:ext cx="2697480" cy="420624"/>
          </a:xfrm>
          <a:prstGeom prst="roundRect">
            <a:avLst>
              <a:gd name="adj" fmla="val 5000"/>
            </a:avLst>
          </a:prstGeom>
          <a:solidFill>
            <a:srgbClr val="FFFFFF"/>
          </a:solidFill>
          <a:ln w="15875">
            <a:solidFill>
              <a:srgbClr val="FF865F"/>
            </a:solidFill>
            <a:prstDash val="dash"/>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ctr">
              <a:spcBef>
                <a:spcPts val="0"/>
              </a:spcBef>
              <a:spcAft>
                <a:spcPts val="0"/>
              </a:spcAft>
            </a:pPr>
            <a:r>
              <a:rPr sz="1000" b="0" i="1">
                <a:solidFill>
                  <a:srgbClr val="FFB097"/>
                </a:solidFill>
                <a:latin typeface="Viedoc Monument Grotesk"/>
              </a:rPr>
              <a:t>your name here</a:t>
            </a:r>
          </a:p>
        </p:txBody>
      </p:sp>
      <p:sp>
        <p:nvSpPr>
          <p:cNvPr id="10" name="Rounded Rectangle 9"/>
          <p:cNvSpPr/>
          <p:nvPr/>
        </p:nvSpPr>
        <p:spPr>
          <a:xfrm>
            <a:off x="566928" y="2496312"/>
            <a:ext cx="11064240" cy="694944"/>
          </a:xfrm>
          <a:prstGeom prst="roundRect">
            <a:avLst>
              <a:gd name="adj" fmla="val 5000"/>
            </a:avLst>
          </a:prstGeom>
          <a:solidFill>
            <a:srgbClr val="FFF6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1" name="Oval 10"/>
          <p:cNvSpPr/>
          <p:nvPr/>
        </p:nvSpPr>
        <p:spPr>
          <a:xfrm>
            <a:off x="713232" y="2670048"/>
            <a:ext cx="347472" cy="347472"/>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7</a:t>
            </a:r>
          </a:p>
        </p:txBody>
      </p:sp>
      <p:sp>
        <p:nvSpPr>
          <p:cNvPr id="12" name="TextBox 11"/>
          <p:cNvSpPr txBox="1"/>
          <p:nvPr/>
        </p:nvSpPr>
        <p:spPr>
          <a:xfrm>
            <a:off x="1207007" y="2551176"/>
            <a:ext cx="5989320" cy="621792"/>
          </a:xfrm>
          <a:prstGeom prst="rect">
            <a:avLst/>
          </a:prstGeom>
          <a:noFill/>
        </p:spPr>
        <p:txBody>
          <a:bodyPr wrap="square" lIns="0" tIns="0" rIns="0" bIns="0" anchor="t">
            <a:noAutofit/>
          </a:bodyPr>
          <a:lstStyle/>
          <a:p>
            <a:pPr algn="l">
              <a:lnSpc>
                <a:spcPct val="100000"/>
              </a:lnSpc>
              <a:spcBef>
                <a:spcPts val="0"/>
              </a:spcBef>
              <a:spcAft>
                <a:spcPts val="0"/>
              </a:spcAft>
            </a:pPr>
            <a:r>
              <a:rPr sz="1350" b="1" i="0">
                <a:solidFill>
                  <a:srgbClr val="111111"/>
                </a:solidFill>
                <a:latin typeface="Viedoc Monument Grotesk"/>
              </a:rPr>
              <a:t>Smoke test</a:t>
            </a:r>
          </a:p>
          <a:p>
            <a:pPr algn="l">
              <a:lnSpc>
                <a:spcPct val="114000"/>
              </a:lnSpc>
              <a:spcBef>
                <a:spcPts val="200"/>
              </a:spcBef>
              <a:spcAft>
                <a:spcPts val="0"/>
              </a:spcAft>
            </a:pPr>
            <a:r>
              <a:rPr sz="1000" b="0" i="0">
                <a:solidFill>
                  <a:srgbClr val="707070"/>
                </a:solidFill>
                <a:latin typeface="Viedoc Monument Grotesk"/>
              </a:rPr>
              <a:t>A Playwright suite that walks the real user flows through the browser, on every environment, every deploy. Minutes, not hours.</a:t>
            </a:r>
          </a:p>
        </p:txBody>
      </p:sp>
      <p:sp>
        <p:nvSpPr>
          <p:cNvPr id="13" name="TextBox 12"/>
          <p:cNvSpPr txBox="1"/>
          <p:nvPr/>
        </p:nvSpPr>
        <p:spPr>
          <a:xfrm>
            <a:off x="7296912" y="2615184"/>
            <a:ext cx="1463040" cy="457200"/>
          </a:xfrm>
          <a:prstGeom prst="rect">
            <a:avLst/>
          </a:prstGeom>
          <a:noFill/>
        </p:spPr>
        <p:txBody>
          <a:bodyPr wrap="square" lIns="0" tIns="0" rIns="0" bIns="0" anchor="ctr">
            <a:noAutofit/>
          </a:bodyPr>
          <a:lstStyle/>
          <a:p>
            <a:pPr algn="l">
              <a:lnSpc>
                <a:spcPct val="115000"/>
              </a:lnSpc>
              <a:spcBef>
                <a:spcPts val="0"/>
              </a:spcBef>
              <a:spcAft>
                <a:spcPts val="0"/>
              </a:spcAft>
            </a:pPr>
            <a:r>
              <a:rPr sz="1000" b="1" i="0">
                <a:solidFill>
                  <a:srgbClr val="FF865F"/>
                </a:solidFill>
                <a:latin typeface="Viedoc Monument Grotesk"/>
              </a:rPr>
              <a:t>by 2 Oct</a:t>
            </a:r>
          </a:p>
        </p:txBody>
      </p:sp>
      <p:sp>
        <p:nvSpPr>
          <p:cNvPr id="14" name="Rounded Rectangle 13"/>
          <p:cNvSpPr/>
          <p:nvPr/>
        </p:nvSpPr>
        <p:spPr>
          <a:xfrm>
            <a:off x="8796528" y="2633472"/>
            <a:ext cx="2697480" cy="420624"/>
          </a:xfrm>
          <a:prstGeom prst="roundRect">
            <a:avLst>
              <a:gd name="adj" fmla="val 5000"/>
            </a:avLst>
          </a:prstGeom>
          <a:solidFill>
            <a:srgbClr val="FFFFFF"/>
          </a:solidFill>
          <a:ln w="15875">
            <a:solidFill>
              <a:srgbClr val="FF865F"/>
            </a:solidFill>
            <a:prstDash val="dash"/>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ctr">
              <a:spcBef>
                <a:spcPts val="0"/>
              </a:spcBef>
              <a:spcAft>
                <a:spcPts val="0"/>
              </a:spcAft>
            </a:pPr>
            <a:r>
              <a:rPr sz="1000" b="0" i="1">
                <a:solidFill>
                  <a:srgbClr val="FFB097"/>
                </a:solidFill>
                <a:latin typeface="Viedoc Monument Grotesk"/>
              </a:rPr>
              <a:t>your name here</a:t>
            </a:r>
          </a:p>
        </p:txBody>
      </p:sp>
      <p:sp>
        <p:nvSpPr>
          <p:cNvPr id="15" name="Rounded Rectangle 14"/>
          <p:cNvSpPr/>
          <p:nvPr/>
        </p:nvSpPr>
        <p:spPr>
          <a:xfrm>
            <a:off x="566928" y="3236976"/>
            <a:ext cx="11064240" cy="694944"/>
          </a:xfrm>
          <a:prstGeom prst="roundRect">
            <a:avLst>
              <a:gd name="adj" fmla="val 5000"/>
            </a:avLst>
          </a:prstGeom>
          <a:solidFill>
            <a:srgbClr val="FFF6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6" name="Oval 15"/>
          <p:cNvSpPr/>
          <p:nvPr/>
        </p:nvSpPr>
        <p:spPr>
          <a:xfrm>
            <a:off x="713232" y="3410712"/>
            <a:ext cx="347472" cy="347472"/>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100" b="1" i="0">
                <a:solidFill>
                  <a:srgbClr val="FFFFFF"/>
                </a:solidFill>
                <a:latin typeface="Viedoc Monument Grotesk"/>
              </a:rPr>
              <a:t>9</a:t>
            </a:r>
          </a:p>
        </p:txBody>
      </p:sp>
      <p:sp>
        <p:nvSpPr>
          <p:cNvPr id="17" name="TextBox 16"/>
          <p:cNvSpPr txBox="1"/>
          <p:nvPr/>
        </p:nvSpPr>
        <p:spPr>
          <a:xfrm>
            <a:off x="1207007" y="3291840"/>
            <a:ext cx="5989320" cy="621792"/>
          </a:xfrm>
          <a:prstGeom prst="rect">
            <a:avLst/>
          </a:prstGeom>
          <a:noFill/>
        </p:spPr>
        <p:txBody>
          <a:bodyPr wrap="square" lIns="0" tIns="0" rIns="0" bIns="0" anchor="t">
            <a:noAutofit/>
          </a:bodyPr>
          <a:lstStyle/>
          <a:p>
            <a:pPr algn="l">
              <a:lnSpc>
                <a:spcPct val="100000"/>
              </a:lnSpc>
              <a:spcBef>
                <a:spcPts val="0"/>
              </a:spcBef>
              <a:spcAft>
                <a:spcPts val="0"/>
              </a:spcAft>
            </a:pPr>
            <a:r>
              <a:rPr sz="1350" b="1" i="0">
                <a:solidFill>
                  <a:srgbClr val="111111"/>
                </a:solidFill>
                <a:latin typeface="Viedoc Monument Grotesk"/>
              </a:rPr>
              <a:t>Release notes</a:t>
            </a:r>
          </a:p>
          <a:p>
            <a:pPr algn="l">
              <a:lnSpc>
                <a:spcPct val="114000"/>
              </a:lnSpc>
              <a:spcBef>
                <a:spcPts val="200"/>
              </a:spcBef>
              <a:spcAft>
                <a:spcPts val="0"/>
              </a:spcAft>
            </a:pPr>
            <a:r>
              <a:rPr sz="1000" b="0" i="0">
                <a:solidFill>
                  <a:srgbClr val="707070"/>
                </a:solidFill>
                <a:latin typeface="Viedoc Monument Grotesk"/>
              </a:rPr>
              <a:t>Generated from the work-item field. Corrections go back into the work item and it is regenerated — nothing is edited in place.</a:t>
            </a:r>
          </a:p>
        </p:txBody>
      </p:sp>
      <p:sp>
        <p:nvSpPr>
          <p:cNvPr id="18" name="TextBox 17"/>
          <p:cNvSpPr txBox="1"/>
          <p:nvPr/>
        </p:nvSpPr>
        <p:spPr>
          <a:xfrm>
            <a:off x="7296912" y="3355848"/>
            <a:ext cx="1463040" cy="457200"/>
          </a:xfrm>
          <a:prstGeom prst="rect">
            <a:avLst/>
          </a:prstGeom>
          <a:noFill/>
        </p:spPr>
        <p:txBody>
          <a:bodyPr wrap="square" lIns="0" tIns="0" rIns="0" bIns="0" anchor="ctr">
            <a:noAutofit/>
          </a:bodyPr>
          <a:lstStyle/>
          <a:p>
            <a:pPr algn="l">
              <a:lnSpc>
                <a:spcPct val="115000"/>
              </a:lnSpc>
              <a:spcBef>
                <a:spcPts val="0"/>
              </a:spcBef>
              <a:spcAft>
                <a:spcPts val="0"/>
              </a:spcAft>
            </a:pPr>
            <a:r>
              <a:rPr sz="1000" b="1" i="0">
                <a:solidFill>
                  <a:srgbClr val="FF865F"/>
                </a:solidFill>
                <a:latin typeface="Viedoc Monument Grotesk"/>
              </a:rPr>
              <a:t>by 18 Sep</a:t>
            </a:r>
          </a:p>
        </p:txBody>
      </p:sp>
      <p:sp>
        <p:nvSpPr>
          <p:cNvPr id="19" name="Rounded Rectangle 18"/>
          <p:cNvSpPr/>
          <p:nvPr/>
        </p:nvSpPr>
        <p:spPr>
          <a:xfrm>
            <a:off x="8796528" y="3374136"/>
            <a:ext cx="2697480" cy="420624"/>
          </a:xfrm>
          <a:prstGeom prst="roundRect">
            <a:avLst>
              <a:gd name="adj" fmla="val 5000"/>
            </a:avLst>
          </a:prstGeom>
          <a:solidFill>
            <a:srgbClr val="FFFFFF"/>
          </a:solidFill>
          <a:ln w="15875">
            <a:solidFill>
              <a:srgbClr val="FF865F"/>
            </a:solidFill>
            <a:prstDash val="dash"/>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ctr">
              <a:spcBef>
                <a:spcPts val="0"/>
              </a:spcBef>
              <a:spcAft>
                <a:spcPts val="0"/>
              </a:spcAft>
            </a:pPr>
            <a:r>
              <a:rPr sz="1000" b="0" i="1">
                <a:solidFill>
                  <a:srgbClr val="FFB097"/>
                </a:solidFill>
                <a:latin typeface="Viedoc Monument Grotesk"/>
              </a:rPr>
              <a:t>your name here</a:t>
            </a:r>
          </a:p>
        </p:txBody>
      </p:sp>
      <p:sp>
        <p:nvSpPr>
          <p:cNvPr id="20" name="Rounded Rectangle 19"/>
          <p:cNvSpPr/>
          <p:nvPr/>
        </p:nvSpPr>
        <p:spPr>
          <a:xfrm>
            <a:off x="566928" y="3977639"/>
            <a:ext cx="11064240" cy="694944"/>
          </a:xfrm>
          <a:prstGeom prst="roundRect">
            <a:avLst>
              <a:gd name="adj" fmla="val 5000"/>
            </a:avLst>
          </a:prstGeom>
          <a:solidFill>
            <a:srgbClr val="FFF6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21" name="Oval 20"/>
          <p:cNvSpPr/>
          <p:nvPr/>
        </p:nvSpPr>
        <p:spPr>
          <a:xfrm>
            <a:off x="713232" y="4151376"/>
            <a:ext cx="347472" cy="347472"/>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00" b="1" i="0">
                <a:solidFill>
                  <a:srgbClr val="FFFFFF"/>
                </a:solidFill>
                <a:latin typeface="Viedoc Monument Grotesk"/>
              </a:rPr>
              <a:t>10</a:t>
            </a:r>
          </a:p>
        </p:txBody>
      </p:sp>
      <p:sp>
        <p:nvSpPr>
          <p:cNvPr id="22" name="TextBox 21"/>
          <p:cNvSpPr txBox="1"/>
          <p:nvPr/>
        </p:nvSpPr>
        <p:spPr>
          <a:xfrm>
            <a:off x="1207007" y="4032503"/>
            <a:ext cx="5989320" cy="621792"/>
          </a:xfrm>
          <a:prstGeom prst="rect">
            <a:avLst/>
          </a:prstGeom>
          <a:noFill/>
        </p:spPr>
        <p:txBody>
          <a:bodyPr wrap="square" lIns="0" tIns="0" rIns="0" bIns="0" anchor="t">
            <a:noAutofit/>
          </a:bodyPr>
          <a:lstStyle/>
          <a:p>
            <a:pPr algn="l">
              <a:lnSpc>
                <a:spcPct val="100000"/>
              </a:lnSpc>
              <a:spcBef>
                <a:spcPts val="0"/>
              </a:spcBef>
              <a:spcAft>
                <a:spcPts val="0"/>
              </a:spcAft>
            </a:pPr>
            <a:r>
              <a:rPr sz="1350" b="1" i="0">
                <a:solidFill>
                  <a:srgbClr val="111111"/>
                </a:solidFill>
                <a:latin typeface="Viedoc Monument Grotesk"/>
              </a:rPr>
              <a:t>PR-to-main validation</a:t>
            </a:r>
          </a:p>
          <a:p>
            <a:pPr algn="l">
              <a:lnSpc>
                <a:spcPct val="114000"/>
              </a:lnSpc>
              <a:spcBef>
                <a:spcPts val="200"/>
              </a:spcBef>
              <a:spcAft>
                <a:spcPts val="0"/>
              </a:spcAft>
            </a:pPr>
            <a:r>
              <a:rPr sz="1000" b="0" i="0">
                <a:solidFill>
                  <a:srgbClr val="707070"/>
                </a:solidFill>
                <a:latin typeface="Viedoc Monument Grotesk"/>
              </a:rPr>
              <a:t>One pipeline definition, attached to every product repo. It validates the work items linked to the PR and never checks out the code.</a:t>
            </a:r>
          </a:p>
        </p:txBody>
      </p:sp>
      <p:sp>
        <p:nvSpPr>
          <p:cNvPr id="23" name="TextBox 22"/>
          <p:cNvSpPr txBox="1"/>
          <p:nvPr/>
        </p:nvSpPr>
        <p:spPr>
          <a:xfrm>
            <a:off x="7296912" y="4096511"/>
            <a:ext cx="1463040" cy="457200"/>
          </a:xfrm>
          <a:prstGeom prst="rect">
            <a:avLst/>
          </a:prstGeom>
          <a:noFill/>
        </p:spPr>
        <p:txBody>
          <a:bodyPr wrap="square" lIns="0" tIns="0" rIns="0" bIns="0" anchor="ctr">
            <a:noAutofit/>
          </a:bodyPr>
          <a:lstStyle/>
          <a:p>
            <a:pPr algn="l">
              <a:lnSpc>
                <a:spcPct val="115000"/>
              </a:lnSpc>
              <a:spcBef>
                <a:spcPts val="0"/>
              </a:spcBef>
              <a:spcAft>
                <a:spcPts val="0"/>
              </a:spcAft>
            </a:pPr>
            <a:r>
              <a:rPr sz="1000" b="1" i="0">
                <a:solidFill>
                  <a:srgbClr val="FF865F"/>
                </a:solidFill>
                <a:latin typeface="Viedoc Monument Grotesk"/>
              </a:rPr>
              <a:t>warn 18 Sep
blocks 2 Oct</a:t>
            </a:r>
          </a:p>
        </p:txBody>
      </p:sp>
      <p:sp>
        <p:nvSpPr>
          <p:cNvPr id="24" name="Rounded Rectangle 23"/>
          <p:cNvSpPr/>
          <p:nvPr/>
        </p:nvSpPr>
        <p:spPr>
          <a:xfrm>
            <a:off x="8796528" y="4114800"/>
            <a:ext cx="2697480" cy="420624"/>
          </a:xfrm>
          <a:prstGeom prst="roundRect">
            <a:avLst>
              <a:gd name="adj" fmla="val 5000"/>
            </a:avLst>
          </a:prstGeom>
          <a:solidFill>
            <a:srgbClr val="FFFFFF"/>
          </a:solidFill>
          <a:ln w="15875">
            <a:solidFill>
              <a:srgbClr val="FF865F"/>
            </a:solidFill>
            <a:prstDash val="dash"/>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ctr">
              <a:spcBef>
                <a:spcPts val="0"/>
              </a:spcBef>
              <a:spcAft>
                <a:spcPts val="0"/>
              </a:spcAft>
            </a:pPr>
            <a:r>
              <a:rPr sz="1000" b="0" i="1">
                <a:solidFill>
                  <a:srgbClr val="FFB097"/>
                </a:solidFill>
                <a:latin typeface="Viedoc Monument Grotesk"/>
              </a:rPr>
              <a:t>your name here</a:t>
            </a:r>
          </a:p>
        </p:txBody>
      </p:sp>
      <p:sp>
        <p:nvSpPr>
          <p:cNvPr id="25" name="Rounded Rectangle 24"/>
          <p:cNvSpPr/>
          <p:nvPr/>
        </p:nvSpPr>
        <p:spPr>
          <a:xfrm>
            <a:off x="566928" y="4718304"/>
            <a:ext cx="11064240" cy="694944"/>
          </a:xfrm>
          <a:prstGeom prst="roundRect">
            <a:avLst>
              <a:gd name="adj" fmla="val 5000"/>
            </a:avLst>
          </a:prstGeom>
          <a:solidFill>
            <a:srgbClr val="FFF6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26" name="Oval 25"/>
          <p:cNvSpPr/>
          <p:nvPr/>
        </p:nvSpPr>
        <p:spPr>
          <a:xfrm>
            <a:off x="713232" y="4892040"/>
            <a:ext cx="347472" cy="347472"/>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00" b="1" i="0">
                <a:solidFill>
                  <a:srgbClr val="FFFFFF"/>
                </a:solidFill>
                <a:latin typeface="Viedoc Monument Grotesk"/>
              </a:rPr>
              <a:t>13</a:t>
            </a:r>
          </a:p>
        </p:txBody>
      </p:sp>
      <p:sp>
        <p:nvSpPr>
          <p:cNvPr id="27" name="TextBox 26"/>
          <p:cNvSpPr txBox="1"/>
          <p:nvPr/>
        </p:nvSpPr>
        <p:spPr>
          <a:xfrm>
            <a:off x="1207007" y="4773168"/>
            <a:ext cx="5989320" cy="621792"/>
          </a:xfrm>
          <a:prstGeom prst="rect">
            <a:avLst/>
          </a:prstGeom>
          <a:noFill/>
        </p:spPr>
        <p:txBody>
          <a:bodyPr wrap="square" lIns="0" tIns="0" rIns="0" bIns="0" anchor="t">
            <a:noAutofit/>
          </a:bodyPr>
          <a:lstStyle/>
          <a:p>
            <a:pPr algn="l">
              <a:lnSpc>
                <a:spcPct val="100000"/>
              </a:lnSpc>
              <a:spcBef>
                <a:spcPts val="0"/>
              </a:spcBef>
              <a:spcAft>
                <a:spcPts val="0"/>
              </a:spcAft>
            </a:pPr>
            <a:r>
              <a:rPr sz="1350" b="1" i="0">
                <a:solidFill>
                  <a:srgbClr val="111111"/>
                </a:solidFill>
                <a:latin typeface="Viedoc Monument Grotesk"/>
              </a:rPr>
              <a:t>Every document traced to its source</a:t>
            </a:r>
          </a:p>
          <a:p>
            <a:pPr algn="l">
              <a:lnSpc>
                <a:spcPct val="114000"/>
              </a:lnSpc>
              <a:spcBef>
                <a:spcPts val="200"/>
              </a:spcBef>
              <a:spcAft>
                <a:spcPts val="0"/>
              </a:spcAft>
            </a:pPr>
            <a:r>
              <a:rPr sz="1000" b="0" i="0">
                <a:solidFill>
                  <a:srgbClr val="707070"/>
                </a:solidFill>
                <a:latin typeface="Viedoc Monument Grotesk"/>
              </a:rPr>
              <a:t>All 30 documents get a source, a producer and a destination. Needs QA in the room, document by document. Blocks stream 6.</a:t>
            </a:r>
          </a:p>
        </p:txBody>
      </p:sp>
      <p:sp>
        <p:nvSpPr>
          <p:cNvPr id="28" name="TextBox 27"/>
          <p:cNvSpPr txBox="1"/>
          <p:nvPr/>
        </p:nvSpPr>
        <p:spPr>
          <a:xfrm>
            <a:off x="7296912" y="4837176"/>
            <a:ext cx="1463040" cy="457200"/>
          </a:xfrm>
          <a:prstGeom prst="rect">
            <a:avLst/>
          </a:prstGeom>
          <a:noFill/>
        </p:spPr>
        <p:txBody>
          <a:bodyPr wrap="square" lIns="0" tIns="0" rIns="0" bIns="0" anchor="ctr">
            <a:noAutofit/>
          </a:bodyPr>
          <a:lstStyle/>
          <a:p>
            <a:pPr algn="l">
              <a:lnSpc>
                <a:spcPct val="115000"/>
              </a:lnSpc>
              <a:spcBef>
                <a:spcPts val="0"/>
              </a:spcBef>
              <a:spcAft>
                <a:spcPts val="0"/>
              </a:spcAft>
            </a:pPr>
            <a:r>
              <a:rPr sz="1000" b="1" i="0">
                <a:solidFill>
                  <a:srgbClr val="FF865F"/>
                </a:solidFill>
                <a:latin typeface="Viedoc Monument Grotesk"/>
              </a:rPr>
              <a:t>by 18 Sep</a:t>
            </a:r>
          </a:p>
        </p:txBody>
      </p:sp>
      <p:sp>
        <p:nvSpPr>
          <p:cNvPr id="29" name="Rounded Rectangle 28"/>
          <p:cNvSpPr/>
          <p:nvPr/>
        </p:nvSpPr>
        <p:spPr>
          <a:xfrm>
            <a:off x="8796528" y="4855464"/>
            <a:ext cx="2697480" cy="420624"/>
          </a:xfrm>
          <a:prstGeom prst="roundRect">
            <a:avLst>
              <a:gd name="adj" fmla="val 5000"/>
            </a:avLst>
          </a:prstGeom>
          <a:solidFill>
            <a:srgbClr val="FFFFFF"/>
          </a:solidFill>
          <a:ln w="15875">
            <a:solidFill>
              <a:srgbClr val="FF865F"/>
            </a:solidFill>
            <a:prstDash val="dash"/>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ctr">
              <a:spcBef>
                <a:spcPts val="0"/>
              </a:spcBef>
              <a:spcAft>
                <a:spcPts val="0"/>
              </a:spcAft>
            </a:pPr>
            <a:r>
              <a:rPr sz="1000" b="0" i="1">
                <a:solidFill>
                  <a:srgbClr val="FFB097"/>
                </a:solidFill>
                <a:latin typeface="Viedoc Monument Grotesk"/>
              </a:rPr>
              <a:t>your name here</a:t>
            </a:r>
          </a:p>
        </p:txBody>
      </p:sp>
      <p:sp>
        <p:nvSpPr>
          <p:cNvPr id="30" name="Rounded Rectangle 29"/>
          <p:cNvSpPr/>
          <p:nvPr/>
        </p:nvSpPr>
        <p:spPr>
          <a:xfrm>
            <a:off x="566928" y="5458968"/>
            <a:ext cx="11064240" cy="694944"/>
          </a:xfrm>
          <a:prstGeom prst="roundRect">
            <a:avLst>
              <a:gd name="adj" fmla="val 5000"/>
            </a:avLst>
          </a:prstGeom>
          <a:solidFill>
            <a:srgbClr val="FFF6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31" name="Oval 30"/>
          <p:cNvSpPr/>
          <p:nvPr/>
        </p:nvSpPr>
        <p:spPr>
          <a:xfrm>
            <a:off x="713232" y="5632704"/>
            <a:ext cx="347472" cy="347472"/>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900" b="1" i="0">
                <a:solidFill>
                  <a:srgbClr val="FFFFFF"/>
                </a:solidFill>
                <a:latin typeface="Viedoc Monument Grotesk"/>
              </a:rPr>
              <a:t>14</a:t>
            </a:r>
          </a:p>
        </p:txBody>
      </p:sp>
      <p:sp>
        <p:nvSpPr>
          <p:cNvPr id="32" name="TextBox 31"/>
          <p:cNvSpPr txBox="1"/>
          <p:nvPr/>
        </p:nvSpPr>
        <p:spPr>
          <a:xfrm>
            <a:off x="1207007" y="5513832"/>
            <a:ext cx="5989320" cy="621792"/>
          </a:xfrm>
          <a:prstGeom prst="rect">
            <a:avLst/>
          </a:prstGeom>
          <a:noFill/>
        </p:spPr>
        <p:txBody>
          <a:bodyPr wrap="square" lIns="0" tIns="0" rIns="0" bIns="0" anchor="t">
            <a:noAutofit/>
          </a:bodyPr>
          <a:lstStyle/>
          <a:p>
            <a:pPr algn="l">
              <a:lnSpc>
                <a:spcPct val="100000"/>
              </a:lnSpc>
              <a:spcBef>
                <a:spcPts val="0"/>
              </a:spcBef>
              <a:spcAft>
                <a:spcPts val="0"/>
              </a:spcAft>
            </a:pPr>
            <a:r>
              <a:rPr sz="1350" b="1" i="0">
                <a:solidFill>
                  <a:srgbClr val="111111"/>
                </a:solidFill>
                <a:latin typeface="Viedoc Monument Grotesk"/>
              </a:rPr>
              <a:t>What every package publishes</a:t>
            </a:r>
          </a:p>
          <a:p>
            <a:pPr algn="l">
              <a:lnSpc>
                <a:spcPct val="114000"/>
              </a:lnSpc>
              <a:spcBef>
                <a:spcPts val="200"/>
              </a:spcBef>
              <a:spcAft>
                <a:spcPts val="0"/>
              </a:spcAft>
            </a:pPr>
            <a:r>
              <a:rPr sz="1000" b="0" i="0">
                <a:solidFill>
                  <a:srgbClr val="707070"/>
                </a:solidFill>
                <a:latin typeface="Viedoc Monument Grotesk"/>
              </a:rPr>
              <a:t>The contract for what a build must produce and how it is formatted, the script that computes the DB hash, then ~39 packages conforming.</a:t>
            </a:r>
          </a:p>
        </p:txBody>
      </p:sp>
      <p:sp>
        <p:nvSpPr>
          <p:cNvPr id="33" name="TextBox 32"/>
          <p:cNvSpPr txBox="1"/>
          <p:nvPr/>
        </p:nvSpPr>
        <p:spPr>
          <a:xfrm>
            <a:off x="7296912" y="5577840"/>
            <a:ext cx="1463040" cy="457200"/>
          </a:xfrm>
          <a:prstGeom prst="rect">
            <a:avLst/>
          </a:prstGeom>
          <a:noFill/>
        </p:spPr>
        <p:txBody>
          <a:bodyPr wrap="square" lIns="0" tIns="0" rIns="0" bIns="0" anchor="ctr">
            <a:noAutofit/>
          </a:bodyPr>
          <a:lstStyle/>
          <a:p>
            <a:pPr algn="l">
              <a:lnSpc>
                <a:spcPct val="115000"/>
              </a:lnSpc>
              <a:spcBef>
                <a:spcPts val="0"/>
              </a:spcBef>
              <a:spcAft>
                <a:spcPts val="0"/>
              </a:spcAft>
            </a:pPr>
            <a:r>
              <a:rPr sz="1000" b="1" i="0">
                <a:solidFill>
                  <a:srgbClr val="FF865F"/>
                </a:solidFill>
                <a:latin typeface="Viedoc Monument Grotesk"/>
              </a:rPr>
              <a:t>by 18 Sep</a:t>
            </a:r>
          </a:p>
        </p:txBody>
      </p:sp>
      <p:sp>
        <p:nvSpPr>
          <p:cNvPr id="34" name="Rounded Rectangle 33"/>
          <p:cNvSpPr/>
          <p:nvPr/>
        </p:nvSpPr>
        <p:spPr>
          <a:xfrm>
            <a:off x="8796528" y="5596128"/>
            <a:ext cx="2697480" cy="420624"/>
          </a:xfrm>
          <a:prstGeom prst="roundRect">
            <a:avLst>
              <a:gd name="adj" fmla="val 5000"/>
            </a:avLst>
          </a:prstGeom>
          <a:solidFill>
            <a:srgbClr val="FFFFFF"/>
          </a:solidFill>
          <a:ln w="15875">
            <a:solidFill>
              <a:srgbClr val="FF865F"/>
            </a:solidFill>
            <a:prstDash val="dash"/>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ctr">
              <a:spcBef>
                <a:spcPts val="0"/>
              </a:spcBef>
              <a:spcAft>
                <a:spcPts val="0"/>
              </a:spcAft>
            </a:pPr>
            <a:r>
              <a:rPr sz="1000" b="0" i="1">
                <a:solidFill>
                  <a:srgbClr val="FFB097"/>
                </a:solidFill>
                <a:latin typeface="Viedoc Monument Grotesk"/>
              </a:rPr>
              <a:t>your name here</a:t>
            </a:r>
          </a:p>
        </p:txBody>
      </p:sp>
      <p:sp>
        <p:nvSpPr>
          <p:cNvPr id="35" name="Rounded Rectangle 34"/>
          <p:cNvSpPr/>
          <p:nvPr/>
        </p:nvSpPr>
        <p:spPr>
          <a:xfrm>
            <a:off x="566928" y="6199632"/>
            <a:ext cx="11064240" cy="548640"/>
          </a:xfrm>
          <a:prstGeom prst="roundRect">
            <a:avLst>
              <a:gd name="adj" fmla="val 5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0" rIns="128016" bIns="0" rtlCol="0" anchor="ctr">
            <a:noAutofit/>
          </a:bodyPr>
          <a:lstStyle/>
          <a:p>
            <a:pPr algn="l">
              <a:lnSpc>
                <a:spcPct val="110000"/>
              </a:lnSpc>
              <a:spcBef>
                <a:spcPts val="0"/>
              </a:spcBef>
              <a:spcAft>
                <a:spcPts val="0"/>
              </a:spcAft>
            </a:pPr>
            <a:r>
              <a:rPr sz="1200" b="1" i="0">
                <a:solidFill>
                  <a:srgbClr val="111111"/>
                </a:solidFill>
                <a:latin typeface="Viedoc Monument Grotesk"/>
              </a:rPr>
              <a:t>More of you than there are boxes?  </a:t>
            </a:r>
            <a:r>
              <a:rPr sz="1200" b="0" i="0">
                <a:solidFill>
                  <a:srgbClr val="707070"/>
                </a:solidFill>
                <a:latin typeface="Viedoc Monument Grotesk"/>
              </a:rPr>
              <a:t>Next is stream 8's endpoint conformance — bringing all 19 declared applications to one OQ contract. It is the largest unassigned piece of work in the plan.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6400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What changes for every team</a:t>
            </a:r>
          </a:p>
        </p:txBody>
      </p:sp>
      <p:sp>
        <p:nvSpPr>
          <p:cNvPr id="4" name="TextBox 3"/>
          <p:cNvSpPr txBox="1"/>
          <p:nvPr/>
        </p:nvSpPr>
        <p:spPr>
          <a:xfrm>
            <a:off x="566928" y="1481328"/>
            <a:ext cx="11064240" cy="457200"/>
          </a:xfrm>
          <a:prstGeom prst="rect">
            <a:avLst/>
          </a:prstGeom>
          <a:noFill/>
        </p:spPr>
        <p:txBody>
          <a:bodyPr wrap="square" lIns="0" tIns="0" rIns="0" bIns="0" anchor="t">
            <a:noAutofit/>
          </a:bodyPr>
          <a:lstStyle/>
          <a:p>
            <a:pPr algn="l">
              <a:spcBef>
                <a:spcPts val="0"/>
              </a:spcBef>
              <a:spcAft>
                <a:spcPts val="0"/>
              </a:spcAft>
            </a:pPr>
            <a:r>
              <a:rPr sz="1400" b="0" i="0">
                <a:solidFill>
                  <a:srgbClr val="707070"/>
                </a:solidFill>
                <a:latin typeface="Viedoc Monument Grotesk"/>
              </a:rPr>
              <a:t>Whether or not you take a work stream. Streams 1b, 10 and 14 — three things that live in your own repo. Daybreak specifies them and does not build them.</a:t>
            </a:r>
          </a:p>
        </p:txBody>
      </p:sp>
      <p:sp>
        <p:nvSpPr>
          <p:cNvPr id="5" name="Rounded Rectangle 4"/>
          <p:cNvSpPr/>
          <p:nvPr/>
        </p:nvSpPr>
        <p:spPr>
          <a:xfrm>
            <a:off x="566928" y="2212848"/>
            <a:ext cx="3538728" cy="3611880"/>
          </a:xfrm>
          <a:prstGeom prst="roundRect">
            <a:avLst>
              <a:gd name="adj" fmla="val 5000"/>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457200" rIns="146304" bIns="91440" rtlCol="0" anchor="t">
            <a:noAutofit/>
          </a:bodyPr>
          <a:lstStyle/>
          <a:p>
            <a:pPr algn="l">
              <a:lnSpc>
                <a:spcPct val="105000"/>
              </a:lnSpc>
              <a:spcBef>
                <a:spcPts val="0"/>
              </a:spcBef>
              <a:spcAft>
                <a:spcPts val="900"/>
              </a:spcAft>
            </a:pPr>
            <a:r>
              <a:rPr sz="1600" b="1" i="0">
                <a:solidFill>
                  <a:srgbClr val="8E7DD2"/>
                </a:solidFill>
                <a:latin typeface="Viedoc Monument Grotesk"/>
              </a:rPr>
              <a:t>Main is always releasable</a:t>
            </a:r>
          </a:p>
          <a:p>
            <a:pPr algn="l">
              <a:lnSpc>
                <a:spcPct val="118000"/>
              </a:lnSpc>
              <a:spcBef>
                <a:spcPts val="0"/>
              </a:spcBef>
              <a:spcAft>
                <a:spcPts val="900"/>
              </a:spcAft>
            </a:pPr>
            <a:r>
              <a:rPr sz="1150" b="0" i="0">
                <a:solidFill>
                  <a:srgbClr val="111111"/>
                </a:solidFill>
                <a:latin typeface="Viedoc Monument Grotesk"/>
              </a:rPr>
              <a:t>Everything that lands on main is deployable to production that day. It does change how work reaches main — the merge becomes the last thing you do, not the first, and once it lands it is complete. Not full trunk-based development, and feature branches stay.</a:t>
            </a:r>
          </a:p>
          <a:p>
            <a:pPr algn="l">
              <a:lnSpc>
                <a:spcPct val="115000"/>
              </a:lnSpc>
              <a:spcBef>
                <a:spcPts val="0"/>
              </a:spcBef>
              <a:spcAft>
                <a:spcPts val="0"/>
              </a:spcAft>
            </a:pPr>
            <a:r>
              <a:rPr sz="1100" b="1" i="0">
                <a:solidFill>
                  <a:srgbClr val="8E7DD2"/>
                </a:solidFill>
                <a:latin typeface="Viedoc Monument Grotesk"/>
              </a:rPr>
              <a:t>Oscar is agreeing it with the tech leads, not announcing it. Week 1.</a:t>
            </a:r>
          </a:p>
        </p:txBody>
      </p:sp>
      <p:sp>
        <p:nvSpPr>
          <p:cNvPr id="6" name="Oval 5"/>
          <p:cNvSpPr/>
          <p:nvPr/>
        </p:nvSpPr>
        <p:spPr>
          <a:xfrm>
            <a:off x="713232" y="2029968"/>
            <a:ext cx="420624" cy="420624"/>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500" b="1" i="0">
                <a:solidFill>
                  <a:srgbClr val="FFFFFF"/>
                </a:solidFill>
                <a:latin typeface="Viedoc Monument Grotesk"/>
              </a:rPr>
              <a:t>1b</a:t>
            </a:r>
          </a:p>
        </p:txBody>
      </p:sp>
      <p:sp>
        <p:nvSpPr>
          <p:cNvPr id="7" name="Rounded Rectangle 6"/>
          <p:cNvSpPr/>
          <p:nvPr/>
        </p:nvSpPr>
        <p:spPr>
          <a:xfrm>
            <a:off x="4334256" y="2212848"/>
            <a:ext cx="3538728" cy="3611880"/>
          </a:xfrm>
          <a:prstGeom prst="roundRect">
            <a:avLst>
              <a:gd name="adj" fmla="val 5000"/>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457200" rIns="146304" bIns="91440" rtlCol="0" anchor="t">
            <a:noAutofit/>
          </a:bodyPr>
          <a:lstStyle/>
          <a:p>
            <a:pPr algn="l">
              <a:lnSpc>
                <a:spcPct val="105000"/>
              </a:lnSpc>
              <a:spcBef>
                <a:spcPts val="0"/>
              </a:spcBef>
              <a:spcAft>
                <a:spcPts val="900"/>
              </a:spcAft>
            </a:pPr>
            <a:r>
              <a:rPr sz="1600" b="1" i="0">
                <a:solidFill>
                  <a:srgbClr val="1295D8"/>
                </a:solidFill>
                <a:latin typeface="Viedoc Monument Grotesk"/>
              </a:rPr>
              <a:t>A PR that isn't release ready can't merge</a:t>
            </a:r>
          </a:p>
          <a:p>
            <a:pPr algn="l">
              <a:lnSpc>
                <a:spcPct val="118000"/>
              </a:lnSpc>
              <a:spcBef>
                <a:spcPts val="0"/>
              </a:spcBef>
              <a:spcAft>
                <a:spcPts val="900"/>
              </a:spcAft>
            </a:pPr>
            <a:r>
              <a:rPr sz="1150" b="0" i="0">
                <a:solidFill>
                  <a:srgbClr val="111111"/>
                </a:solidFill>
                <a:latin typeface="Viedoc Monument Grotesk"/>
              </a:rPr>
              <a:t>Work item complete — description, acceptance criteria, test plan, impact, release notes. Test case and test result linked and passed. Feature and epic linked. Ready for translation. Database migrations declared. And the PBI is set to Done automatically on merge.</a:t>
            </a:r>
          </a:p>
          <a:p>
            <a:pPr algn="l">
              <a:lnSpc>
                <a:spcPct val="115000"/>
              </a:lnSpc>
              <a:spcBef>
                <a:spcPts val="0"/>
              </a:spcBef>
              <a:spcAft>
                <a:spcPts val="0"/>
              </a:spcAft>
            </a:pPr>
            <a:r>
              <a:rPr sz="1100" b="1" i="0">
                <a:solidFill>
                  <a:srgbClr val="1295D8"/>
                </a:solidFill>
                <a:latin typeface="Viedoc Monument Grotesk"/>
              </a:rPr>
              <a:t>Warn-only from 18 September, blocking from 2 October.</a:t>
            </a:r>
          </a:p>
        </p:txBody>
      </p:sp>
      <p:sp>
        <p:nvSpPr>
          <p:cNvPr id="8" name="Oval 7"/>
          <p:cNvSpPr/>
          <p:nvPr/>
        </p:nvSpPr>
        <p:spPr>
          <a:xfrm>
            <a:off x="4480560" y="2029968"/>
            <a:ext cx="420624" cy="420624"/>
          </a:xfrm>
          <a:prstGeom prst="ellipse">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500" b="1" i="0">
                <a:solidFill>
                  <a:srgbClr val="FFFFFF"/>
                </a:solidFill>
                <a:latin typeface="Viedoc Monument Grotesk"/>
              </a:rPr>
              <a:t>10</a:t>
            </a:r>
          </a:p>
        </p:txBody>
      </p:sp>
      <p:sp>
        <p:nvSpPr>
          <p:cNvPr id="9" name="Rounded Rectangle 8"/>
          <p:cNvSpPr/>
          <p:nvPr/>
        </p:nvSpPr>
        <p:spPr>
          <a:xfrm>
            <a:off x="8101583" y="2212848"/>
            <a:ext cx="3538728" cy="3611880"/>
          </a:xfrm>
          <a:prstGeom prst="roundRect">
            <a:avLst>
              <a:gd name="adj" fmla="val 5000"/>
            </a:avLst>
          </a:prstGeom>
          <a:solidFill>
            <a:srgbClr val="FFF4F0"/>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457200" rIns="146304" bIns="91440" rtlCol="0" anchor="t">
            <a:noAutofit/>
          </a:bodyPr>
          <a:lstStyle/>
          <a:p>
            <a:pPr algn="l">
              <a:lnSpc>
                <a:spcPct val="105000"/>
              </a:lnSpc>
              <a:spcBef>
                <a:spcPts val="0"/>
              </a:spcBef>
              <a:spcAft>
                <a:spcPts val="900"/>
              </a:spcAft>
            </a:pPr>
            <a:r>
              <a:rPr sz="1600" b="1" i="0">
                <a:solidFill>
                  <a:srgbClr val="FF865F"/>
                </a:solidFill>
                <a:latin typeface="Viedoc Monument Grotesk"/>
              </a:rPr>
              <a:t>Your build publishes three more things</a:t>
            </a:r>
          </a:p>
          <a:p>
            <a:pPr algn="l">
              <a:lnSpc>
                <a:spcPct val="118000"/>
              </a:lnSpc>
              <a:spcBef>
                <a:spcPts val="0"/>
              </a:spcBef>
              <a:spcAft>
                <a:spcPts val="900"/>
              </a:spcAft>
            </a:pPr>
            <a:r>
              <a:rPr sz="1150" b="0" i="0">
                <a:solidFill>
                  <a:srgbClr val="111111"/>
                </a:solidFill>
                <a:latin typeface="Viedoc Monument Grotesk"/>
              </a:rPr>
              <a:t>Migration scripts, the DB hash where it applies, and the unit test report — alongside the binaries, in the shape the release expects. A change to your own build, not a new pipeline: a build has to check out the product source, so it stays with the source.</a:t>
            </a:r>
          </a:p>
          <a:p>
            <a:pPr algn="l">
              <a:lnSpc>
                <a:spcPct val="115000"/>
              </a:lnSpc>
              <a:spcBef>
                <a:spcPts val="0"/>
              </a:spcBef>
              <a:spcAft>
                <a:spcPts val="0"/>
              </a:spcAft>
            </a:pPr>
            <a:r>
              <a:rPr sz="1100" b="1" i="0">
                <a:solidFill>
                  <a:srgbClr val="FF865F"/>
                </a:solidFill>
                <a:latin typeface="Viedoc Monument Grotesk"/>
              </a:rPr>
              <a:t>Stream 14 owns the contract and the hash script. The change lands in ~39 packages.</a:t>
            </a:r>
          </a:p>
        </p:txBody>
      </p:sp>
      <p:sp>
        <p:nvSpPr>
          <p:cNvPr id="10" name="Oval 9"/>
          <p:cNvSpPr/>
          <p:nvPr/>
        </p:nvSpPr>
        <p:spPr>
          <a:xfrm>
            <a:off x="8247888" y="2029968"/>
            <a:ext cx="420624" cy="420624"/>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500" b="1" i="0">
                <a:solidFill>
                  <a:srgbClr val="FFFFFF"/>
                </a:solidFill>
                <a:latin typeface="Viedoc Monument Grotesk"/>
              </a:rPr>
              <a:t>14</a:t>
            </a:r>
          </a:p>
        </p:txBody>
      </p:sp>
      <p:sp>
        <p:nvSpPr>
          <p:cNvPr id="11" name="TextBox 10"/>
          <p:cNvSpPr txBox="1"/>
          <p:nvPr/>
        </p:nvSpPr>
        <p:spPr>
          <a:xfrm>
            <a:off x="566928" y="6382512"/>
            <a:ext cx="11064240" cy="365760"/>
          </a:xfrm>
          <a:prstGeom prst="rect">
            <a:avLst/>
          </a:prstGeom>
          <a:noFill/>
        </p:spPr>
        <p:txBody>
          <a:bodyPr wrap="square" lIns="0" tIns="0" rIns="0" bIns="0" anchor="t">
            <a:noAutofit/>
          </a:bodyPr>
          <a:lstStyle/>
          <a:p>
            <a:pPr algn="l">
              <a:spcBef>
                <a:spcPts val="0"/>
              </a:spcBef>
              <a:spcAft>
                <a:spcPts val="0"/>
              </a:spcAft>
            </a:pPr>
            <a:r>
              <a:rPr sz="1100" b="0" i="0">
                <a:solidFill>
                  <a:srgbClr val="707070"/>
                </a:solidFill>
                <a:latin typeface="Viedoc Monument Grotesk"/>
              </a:rPr>
              <a:t>Adoption is per package and visible. release.readiness reports which packages still have no DB hash — a number we read at every drill, not a thing anyone chases.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6400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Eight weeks, six milestones, five drills</a:t>
            </a:r>
          </a:p>
        </p:txBody>
      </p:sp>
      <p:sp>
        <p:nvSpPr>
          <p:cNvPr id="4" name="TextBox 3"/>
          <p:cNvSpPr txBox="1"/>
          <p:nvPr/>
        </p:nvSpPr>
        <p:spPr>
          <a:xfrm>
            <a:off x="566928" y="1481328"/>
            <a:ext cx="11064240" cy="310896"/>
          </a:xfrm>
          <a:prstGeom prst="rect">
            <a:avLst/>
          </a:prstGeom>
          <a:noFill/>
        </p:spPr>
        <p:txBody>
          <a:bodyPr wrap="square" lIns="0" tIns="0" rIns="0" bIns="0" anchor="t">
            <a:noAutofit/>
          </a:bodyPr>
          <a:lstStyle/>
          <a:p>
            <a:pPr algn="l">
              <a:spcBef>
                <a:spcPts val="0"/>
              </a:spcBef>
              <a:spcAft>
                <a:spcPts val="0"/>
              </a:spcAft>
            </a:pPr>
            <a:r>
              <a:rPr sz="1400" b="0" i="0">
                <a:solidFill>
                  <a:srgbClr val="707070"/>
                </a:solidFill>
                <a:latin typeface="Viedoc Monument Grotesk"/>
              </a:rPr>
              <a:t>Each milestone after the first carries a drill, and each drill runs more of the same chain for real.</a:t>
            </a:r>
          </a:p>
        </p:txBody>
      </p:sp>
      <p:sp>
        <p:nvSpPr>
          <p:cNvPr id="5" name="Rounded Rectangle 4"/>
          <p:cNvSpPr/>
          <p:nvPr/>
        </p:nvSpPr>
        <p:spPr>
          <a:xfrm>
            <a:off x="566928" y="1938528"/>
            <a:ext cx="1773936" cy="91440"/>
          </a:xfrm>
          <a:prstGeom prst="roundRect">
            <a:avLst>
              <a:gd name="adj" fmla="val 50000"/>
            </a:avLst>
          </a:prstGeom>
          <a:solidFill>
            <a:srgbClr val="A7B2E7"/>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6" name="TextBox 5"/>
          <p:cNvSpPr txBox="1"/>
          <p:nvPr/>
        </p:nvSpPr>
        <p:spPr>
          <a:xfrm>
            <a:off x="566928" y="2139696"/>
            <a:ext cx="1773936" cy="859536"/>
          </a:xfrm>
          <a:prstGeom prst="rect">
            <a:avLst/>
          </a:prstGeom>
          <a:noFill/>
        </p:spPr>
        <p:txBody>
          <a:bodyPr wrap="square" lIns="0" tIns="0" rIns="0" bIns="0" anchor="t">
            <a:noAutofit/>
          </a:bodyPr>
          <a:lstStyle/>
          <a:p>
            <a:pPr algn="l">
              <a:spcBef>
                <a:spcPts val="0"/>
              </a:spcBef>
              <a:spcAft>
                <a:spcPts val="0"/>
              </a:spcAft>
            </a:pPr>
            <a:r>
              <a:rPr sz="1700" b="1" i="0">
                <a:solidFill>
                  <a:srgbClr val="A7B2E7"/>
                </a:solidFill>
                <a:latin typeface="Viedoc Monument Grotesk"/>
              </a:rPr>
              <a:t>M1  </a:t>
            </a:r>
            <a:r>
              <a:rPr sz="1100" b="0" i="0">
                <a:solidFill>
                  <a:srgbClr val="707070"/>
                </a:solidFill>
                <a:latin typeface="Viedoc Monument Grotesk"/>
              </a:rPr>
              <a:t>Fri 4 Sep</a:t>
            </a:r>
          </a:p>
          <a:p>
            <a:pPr algn="l">
              <a:lnSpc>
                <a:spcPct val="105000"/>
              </a:lnSpc>
              <a:spcBef>
                <a:spcPts val="400"/>
              </a:spcBef>
              <a:spcAft>
                <a:spcPts val="0"/>
              </a:spcAft>
            </a:pPr>
            <a:r>
              <a:rPr sz="1300" b="1" i="0">
                <a:solidFill>
                  <a:srgbClr val="111111"/>
                </a:solidFill>
                <a:latin typeface="Viedoc Monument Grotesk"/>
              </a:rPr>
              <a:t>The skeleton runs</a:t>
            </a:r>
          </a:p>
        </p:txBody>
      </p:sp>
      <p:sp>
        <p:nvSpPr>
          <p:cNvPr id="7" name="Rounded Rectangle 6"/>
          <p:cNvSpPr/>
          <p:nvPr/>
        </p:nvSpPr>
        <p:spPr>
          <a:xfrm>
            <a:off x="566928" y="3035808"/>
            <a:ext cx="932688" cy="274320"/>
          </a:xfrm>
          <a:prstGeom prst="roundRect">
            <a:avLst>
              <a:gd name="adj" fmla="val 5000"/>
            </a:avLst>
          </a:prstGeom>
          <a:solidFill>
            <a:srgbClr val="E2E2E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1000" b="1" i="0">
                <a:solidFill>
                  <a:srgbClr val="707070"/>
                </a:solidFill>
                <a:latin typeface="Viedoc Monument Grotesk"/>
              </a:rPr>
              <a:t>Baseline</a:t>
            </a:r>
          </a:p>
        </p:txBody>
      </p:sp>
      <p:sp>
        <p:nvSpPr>
          <p:cNvPr id="8" name="TextBox 7"/>
          <p:cNvSpPr txBox="1"/>
          <p:nvPr/>
        </p:nvSpPr>
        <p:spPr>
          <a:xfrm>
            <a:off x="566928" y="3456432"/>
            <a:ext cx="1773936" cy="1691640"/>
          </a:xfrm>
          <a:prstGeom prst="rect">
            <a:avLst/>
          </a:prstGeom>
          <a:noFill/>
        </p:spPr>
        <p:txBody>
          <a:bodyPr wrap="square" lIns="0" tIns="0" rIns="0" bIns="0" anchor="t">
            <a:noAutofit/>
          </a:bodyPr>
          <a:lstStyle/>
          <a:p>
            <a:pPr algn="l">
              <a:lnSpc>
                <a:spcPct val="118000"/>
              </a:lnSpc>
              <a:spcBef>
                <a:spcPts val="0"/>
              </a:spcBef>
              <a:spcAft>
                <a:spcPts val="0"/>
              </a:spcAft>
            </a:pPr>
            <a:r>
              <a:rPr sz="1100" b="0" i="0">
                <a:solidFill>
                  <a:srgbClr val="707070"/>
                </a:solidFill>
                <a:latin typeface="Viedoc Monument Grotesk"/>
              </a:rPr>
              <a:t>The repo exists, all 28 pipelines chain end to end, and both ways-of-working agreements are made. 4.96 ships on the old process — and is timed.</a:t>
            </a:r>
          </a:p>
        </p:txBody>
      </p:sp>
      <p:sp>
        <p:nvSpPr>
          <p:cNvPr id="9" name="Rounded Rectangle 8"/>
          <p:cNvSpPr/>
          <p:nvPr/>
        </p:nvSpPr>
        <p:spPr>
          <a:xfrm>
            <a:off x="2423160" y="1938528"/>
            <a:ext cx="1773936" cy="91440"/>
          </a:xfrm>
          <a:prstGeom prst="roundRect">
            <a:avLst>
              <a:gd name="adj" fmla="val 50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0" name="TextBox 9"/>
          <p:cNvSpPr txBox="1"/>
          <p:nvPr/>
        </p:nvSpPr>
        <p:spPr>
          <a:xfrm>
            <a:off x="2423160" y="2139696"/>
            <a:ext cx="1773936" cy="859536"/>
          </a:xfrm>
          <a:prstGeom prst="rect">
            <a:avLst/>
          </a:prstGeom>
          <a:noFill/>
        </p:spPr>
        <p:txBody>
          <a:bodyPr wrap="square" lIns="0" tIns="0" rIns="0" bIns="0" anchor="t">
            <a:noAutofit/>
          </a:bodyPr>
          <a:lstStyle/>
          <a:p>
            <a:pPr algn="l">
              <a:spcBef>
                <a:spcPts val="0"/>
              </a:spcBef>
              <a:spcAft>
                <a:spcPts val="0"/>
              </a:spcAft>
            </a:pPr>
            <a:r>
              <a:rPr sz="1700" b="1" i="0">
                <a:solidFill>
                  <a:srgbClr val="8E7DD2"/>
                </a:solidFill>
                <a:latin typeface="Viedoc Monument Grotesk"/>
              </a:rPr>
              <a:t>M2  </a:t>
            </a:r>
            <a:r>
              <a:rPr sz="1100" b="0" i="0">
                <a:solidFill>
                  <a:srgbClr val="707070"/>
                </a:solidFill>
                <a:latin typeface="Viedoc Monument Grotesk"/>
              </a:rPr>
              <a:t>Fri 18 Sep</a:t>
            </a:r>
          </a:p>
          <a:p>
            <a:pPr algn="l">
              <a:lnSpc>
                <a:spcPct val="105000"/>
              </a:lnSpc>
              <a:spcBef>
                <a:spcPts val="400"/>
              </a:spcBef>
              <a:spcAft>
                <a:spcPts val="0"/>
              </a:spcAft>
            </a:pPr>
            <a:r>
              <a:rPr sz="1300" b="1" i="0">
                <a:solidFill>
                  <a:srgbClr val="111111"/>
                </a:solidFill>
                <a:latin typeface="Viedoc Monument Grotesk"/>
              </a:rPr>
              <a:t>A release package exists</a:t>
            </a:r>
          </a:p>
        </p:txBody>
      </p:sp>
      <p:sp>
        <p:nvSpPr>
          <p:cNvPr id="11" name="Rounded Rectangle 10"/>
          <p:cNvSpPr/>
          <p:nvPr/>
        </p:nvSpPr>
        <p:spPr>
          <a:xfrm>
            <a:off x="2423160" y="3035808"/>
            <a:ext cx="932688" cy="274320"/>
          </a:xfrm>
          <a:prstGeom prst="roundRect">
            <a:avLst>
              <a:gd name="adj" fmla="val 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1000" b="1" i="0">
                <a:solidFill>
                  <a:srgbClr val="FFFFFF"/>
                </a:solidFill>
                <a:latin typeface="Viedoc Monument Grotesk"/>
              </a:rPr>
              <a:t>Drill 1</a:t>
            </a:r>
          </a:p>
        </p:txBody>
      </p:sp>
      <p:sp>
        <p:nvSpPr>
          <p:cNvPr id="12" name="TextBox 11"/>
          <p:cNvSpPr txBox="1"/>
          <p:nvPr/>
        </p:nvSpPr>
        <p:spPr>
          <a:xfrm>
            <a:off x="2423160" y="3456432"/>
            <a:ext cx="1773936" cy="1691640"/>
          </a:xfrm>
          <a:prstGeom prst="rect">
            <a:avLst/>
          </a:prstGeom>
          <a:noFill/>
        </p:spPr>
        <p:txBody>
          <a:bodyPr wrap="square" lIns="0" tIns="0" rIns="0" bIns="0" anchor="t">
            <a:noAutofit/>
          </a:bodyPr>
          <a:lstStyle/>
          <a:p>
            <a:pPr algn="l">
              <a:lnSpc>
                <a:spcPct val="118000"/>
              </a:lnSpc>
              <a:spcBef>
                <a:spcPts val="0"/>
              </a:spcBef>
              <a:spcAft>
                <a:spcPts val="0"/>
              </a:spcAft>
            </a:pPr>
            <a:r>
              <a:rPr sz="1100" b="0" i="0">
                <a:solidFill>
                  <a:srgbClr val="707070"/>
                </a:solidFill>
                <a:latin typeface="Viedoc Monument Grotesk"/>
              </a:rPr>
              <a:t>A label produces a pinned manifest and a full set of generated documents. Nothing is deployed.</a:t>
            </a:r>
          </a:p>
        </p:txBody>
      </p:sp>
      <p:sp>
        <p:nvSpPr>
          <p:cNvPr id="13" name="Rounded Rectangle 12"/>
          <p:cNvSpPr/>
          <p:nvPr/>
        </p:nvSpPr>
        <p:spPr>
          <a:xfrm>
            <a:off x="4279392" y="1938528"/>
            <a:ext cx="1773936" cy="91440"/>
          </a:xfrm>
          <a:prstGeom prst="roundRect">
            <a:avLst>
              <a:gd name="adj" fmla="val 50000"/>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4" name="TextBox 13"/>
          <p:cNvSpPr txBox="1"/>
          <p:nvPr/>
        </p:nvSpPr>
        <p:spPr>
          <a:xfrm>
            <a:off x="4279392" y="2139696"/>
            <a:ext cx="1773936" cy="859536"/>
          </a:xfrm>
          <a:prstGeom prst="rect">
            <a:avLst/>
          </a:prstGeom>
          <a:noFill/>
        </p:spPr>
        <p:txBody>
          <a:bodyPr wrap="square" lIns="0" tIns="0" rIns="0" bIns="0" anchor="t">
            <a:noAutofit/>
          </a:bodyPr>
          <a:lstStyle/>
          <a:p>
            <a:pPr algn="l">
              <a:spcBef>
                <a:spcPts val="0"/>
              </a:spcBef>
              <a:spcAft>
                <a:spcPts val="0"/>
              </a:spcAft>
            </a:pPr>
            <a:r>
              <a:rPr sz="1700" b="1" i="0">
                <a:solidFill>
                  <a:srgbClr val="1295D8"/>
                </a:solidFill>
                <a:latin typeface="Viedoc Monument Grotesk"/>
              </a:rPr>
              <a:t>M3  </a:t>
            </a:r>
            <a:r>
              <a:rPr sz="1100" b="0" i="0">
                <a:solidFill>
                  <a:srgbClr val="707070"/>
                </a:solidFill>
                <a:latin typeface="Viedoc Monument Grotesk"/>
              </a:rPr>
              <a:t>Fri 2 Oct</a:t>
            </a:r>
          </a:p>
          <a:p>
            <a:pPr algn="l">
              <a:lnSpc>
                <a:spcPct val="105000"/>
              </a:lnSpc>
              <a:spcBef>
                <a:spcPts val="400"/>
              </a:spcBef>
              <a:spcAft>
                <a:spcPts val="0"/>
              </a:spcAft>
            </a:pPr>
            <a:r>
              <a:rPr sz="1300" b="1" i="0">
                <a:solidFill>
                  <a:srgbClr val="111111"/>
                </a:solidFill>
                <a:latin typeface="Viedoc Monument Grotesk"/>
              </a:rPr>
              <a:t>externaltest qualifies itself</a:t>
            </a:r>
          </a:p>
        </p:txBody>
      </p:sp>
      <p:sp>
        <p:nvSpPr>
          <p:cNvPr id="15" name="Rounded Rectangle 14"/>
          <p:cNvSpPr/>
          <p:nvPr/>
        </p:nvSpPr>
        <p:spPr>
          <a:xfrm>
            <a:off x="4279392" y="3035808"/>
            <a:ext cx="932688" cy="274320"/>
          </a:xfrm>
          <a:prstGeom prst="roundRect">
            <a:avLst>
              <a:gd name="adj" fmla="val 5000"/>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1000" b="1" i="0">
                <a:solidFill>
                  <a:srgbClr val="FFFFFF"/>
                </a:solidFill>
                <a:latin typeface="Viedoc Monument Grotesk"/>
              </a:rPr>
              <a:t>Drill 2</a:t>
            </a:r>
          </a:p>
        </p:txBody>
      </p:sp>
      <p:sp>
        <p:nvSpPr>
          <p:cNvPr id="16" name="TextBox 15"/>
          <p:cNvSpPr txBox="1"/>
          <p:nvPr/>
        </p:nvSpPr>
        <p:spPr>
          <a:xfrm>
            <a:off x="4279392" y="3456432"/>
            <a:ext cx="1773936" cy="1691640"/>
          </a:xfrm>
          <a:prstGeom prst="rect">
            <a:avLst/>
          </a:prstGeom>
          <a:noFill/>
        </p:spPr>
        <p:txBody>
          <a:bodyPr wrap="square" lIns="0" tIns="0" rIns="0" bIns="0" anchor="t">
            <a:noAutofit/>
          </a:bodyPr>
          <a:lstStyle/>
          <a:p>
            <a:pPr algn="l">
              <a:lnSpc>
                <a:spcPct val="118000"/>
              </a:lnSpc>
              <a:spcBef>
                <a:spcPts val="0"/>
              </a:spcBef>
              <a:spcAft>
                <a:spcPts val="0"/>
              </a:spcAft>
            </a:pPr>
            <a:r>
              <a:rPr sz="1100" b="0" i="0">
                <a:solidFill>
                  <a:srgbClr val="707070"/>
                </a:solidFill>
                <a:latin typeface="Viedoc Monument Grotesk"/>
              </a:rPr>
              <a:t>Deployed in block order on slots, and always producing IQ, OQ and smoke. Four-week evaluation.</a:t>
            </a:r>
          </a:p>
        </p:txBody>
      </p:sp>
      <p:sp>
        <p:nvSpPr>
          <p:cNvPr id="17" name="Rounded Rectangle 16"/>
          <p:cNvSpPr/>
          <p:nvPr/>
        </p:nvSpPr>
        <p:spPr>
          <a:xfrm>
            <a:off x="6135623" y="1938528"/>
            <a:ext cx="1773936" cy="91440"/>
          </a:xfrm>
          <a:prstGeom prst="roundRect">
            <a:avLst>
              <a:gd name="adj" fmla="val 50000"/>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8" name="TextBox 17"/>
          <p:cNvSpPr txBox="1"/>
          <p:nvPr/>
        </p:nvSpPr>
        <p:spPr>
          <a:xfrm>
            <a:off x="6135623" y="2139696"/>
            <a:ext cx="1773936" cy="859536"/>
          </a:xfrm>
          <a:prstGeom prst="rect">
            <a:avLst/>
          </a:prstGeom>
          <a:noFill/>
        </p:spPr>
        <p:txBody>
          <a:bodyPr wrap="square" lIns="0" tIns="0" rIns="0" bIns="0" anchor="t">
            <a:noAutofit/>
          </a:bodyPr>
          <a:lstStyle/>
          <a:p>
            <a:pPr algn="l">
              <a:spcBef>
                <a:spcPts val="0"/>
              </a:spcBef>
              <a:spcAft>
                <a:spcPts val="0"/>
              </a:spcAft>
            </a:pPr>
            <a:r>
              <a:rPr sz="1700" b="1" i="0">
                <a:solidFill>
                  <a:srgbClr val="7DC6A0"/>
                </a:solidFill>
                <a:latin typeface="Viedoc Monument Grotesk"/>
              </a:rPr>
              <a:t>M4  </a:t>
            </a:r>
            <a:r>
              <a:rPr sz="1100" b="0" i="0">
                <a:solidFill>
                  <a:srgbClr val="707070"/>
                </a:solidFill>
                <a:latin typeface="Viedoc Monument Grotesk"/>
              </a:rPr>
              <a:t>Fri 16 Oct</a:t>
            </a:r>
          </a:p>
          <a:p>
            <a:pPr algn="l">
              <a:lnSpc>
                <a:spcPct val="105000"/>
              </a:lnSpc>
              <a:spcBef>
                <a:spcPts val="400"/>
              </a:spcBef>
              <a:spcAft>
                <a:spcPts val="0"/>
              </a:spcAft>
            </a:pPr>
            <a:r>
              <a:rPr sz="1300" b="1" i="0">
                <a:solidFill>
                  <a:srgbClr val="111111"/>
                </a:solidFill>
                <a:latin typeface="Viedoc Monument Grotesk"/>
              </a:rPr>
              <a:t>The approval is an artifact</a:t>
            </a:r>
          </a:p>
        </p:txBody>
      </p:sp>
      <p:sp>
        <p:nvSpPr>
          <p:cNvPr id="19" name="Rounded Rectangle 18"/>
          <p:cNvSpPr/>
          <p:nvPr/>
        </p:nvSpPr>
        <p:spPr>
          <a:xfrm>
            <a:off x="6135623" y="3035808"/>
            <a:ext cx="932688" cy="274320"/>
          </a:xfrm>
          <a:prstGeom prst="roundRect">
            <a:avLst>
              <a:gd name="adj" fmla="val 5000"/>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1000" b="1" i="0">
                <a:solidFill>
                  <a:srgbClr val="FFFFFF"/>
                </a:solidFill>
                <a:latin typeface="Viedoc Monument Grotesk"/>
              </a:rPr>
              <a:t>Drill 3</a:t>
            </a:r>
          </a:p>
        </p:txBody>
      </p:sp>
      <p:sp>
        <p:nvSpPr>
          <p:cNvPr id="20" name="TextBox 19"/>
          <p:cNvSpPr txBox="1"/>
          <p:nvPr/>
        </p:nvSpPr>
        <p:spPr>
          <a:xfrm>
            <a:off x="6135623" y="3456432"/>
            <a:ext cx="1773936" cy="1691640"/>
          </a:xfrm>
          <a:prstGeom prst="rect">
            <a:avLst/>
          </a:prstGeom>
          <a:noFill/>
        </p:spPr>
        <p:txBody>
          <a:bodyPr wrap="square" lIns="0" tIns="0" rIns="0" bIns="0" anchor="t">
            <a:noAutofit/>
          </a:bodyPr>
          <a:lstStyle/>
          <a:p>
            <a:pPr algn="l">
              <a:lnSpc>
                <a:spcPct val="118000"/>
              </a:lnSpc>
              <a:spcBef>
                <a:spcPts val="0"/>
              </a:spcBef>
              <a:spcAft>
                <a:spcPts val="0"/>
              </a:spcAft>
            </a:pPr>
            <a:r>
              <a:rPr sz="1100" b="0" i="0">
                <a:solidFill>
                  <a:srgbClr val="707070"/>
                </a:solidFill>
                <a:latin typeface="Viedoc Monument Grotesk"/>
              </a:rPr>
              <a:t>Stage deployed, fully qualified, promoted by PM then QA in Teams. The VIRP is produced.</a:t>
            </a:r>
          </a:p>
        </p:txBody>
      </p:sp>
      <p:sp>
        <p:nvSpPr>
          <p:cNvPr id="21" name="Rounded Rectangle 20"/>
          <p:cNvSpPr/>
          <p:nvPr/>
        </p:nvSpPr>
        <p:spPr>
          <a:xfrm>
            <a:off x="7991855" y="1938528"/>
            <a:ext cx="1773936" cy="91440"/>
          </a:xfrm>
          <a:prstGeom prst="roundRect">
            <a:avLst>
              <a:gd name="adj" fmla="val 50000"/>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22" name="TextBox 21"/>
          <p:cNvSpPr txBox="1"/>
          <p:nvPr/>
        </p:nvSpPr>
        <p:spPr>
          <a:xfrm>
            <a:off x="7991855" y="2139696"/>
            <a:ext cx="1773936" cy="859536"/>
          </a:xfrm>
          <a:prstGeom prst="rect">
            <a:avLst/>
          </a:prstGeom>
          <a:noFill/>
        </p:spPr>
        <p:txBody>
          <a:bodyPr wrap="square" lIns="0" tIns="0" rIns="0" bIns="0" anchor="t">
            <a:noAutofit/>
          </a:bodyPr>
          <a:lstStyle/>
          <a:p>
            <a:pPr algn="l">
              <a:spcBef>
                <a:spcPts val="0"/>
              </a:spcBef>
              <a:spcAft>
                <a:spcPts val="0"/>
              </a:spcAft>
            </a:pPr>
            <a:r>
              <a:rPr sz="1700" b="1" i="0">
                <a:solidFill>
                  <a:srgbClr val="F4B43D"/>
                </a:solidFill>
                <a:latin typeface="Viedoc Monument Grotesk"/>
              </a:rPr>
              <a:t>M5  </a:t>
            </a:r>
            <a:r>
              <a:rPr sz="1100" b="0" i="0">
                <a:solidFill>
                  <a:srgbClr val="707070"/>
                </a:solidFill>
                <a:latin typeface="Viedoc Monument Grotesk"/>
              </a:rPr>
              <a:t>Fri 23 Oct</a:t>
            </a:r>
          </a:p>
          <a:p>
            <a:pPr algn="l">
              <a:lnSpc>
                <a:spcPct val="105000"/>
              </a:lnSpc>
              <a:spcBef>
                <a:spcPts val="400"/>
              </a:spcBef>
              <a:spcAft>
                <a:spcPts val="0"/>
              </a:spcAft>
            </a:pPr>
            <a:r>
              <a:rPr sz="1300" b="1" i="0">
                <a:solidFill>
                  <a:srgbClr val="111111"/>
                </a:solidFill>
                <a:latin typeface="Viedoc Monument Grotesk"/>
              </a:rPr>
              <a:t>One region, hands off</a:t>
            </a:r>
          </a:p>
        </p:txBody>
      </p:sp>
      <p:sp>
        <p:nvSpPr>
          <p:cNvPr id="23" name="Rounded Rectangle 22"/>
          <p:cNvSpPr/>
          <p:nvPr/>
        </p:nvSpPr>
        <p:spPr>
          <a:xfrm>
            <a:off x="7991855" y="3035808"/>
            <a:ext cx="932688" cy="274320"/>
          </a:xfrm>
          <a:prstGeom prst="roundRect">
            <a:avLst>
              <a:gd name="adj" fmla="val 5000"/>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1000" b="1" i="0">
                <a:solidFill>
                  <a:srgbClr val="FFFFFF"/>
                </a:solidFill>
                <a:latin typeface="Viedoc Monument Grotesk"/>
              </a:rPr>
              <a:t>Drill 4</a:t>
            </a:r>
          </a:p>
        </p:txBody>
      </p:sp>
      <p:sp>
        <p:nvSpPr>
          <p:cNvPr id="24" name="TextBox 23"/>
          <p:cNvSpPr txBox="1"/>
          <p:nvPr/>
        </p:nvSpPr>
        <p:spPr>
          <a:xfrm>
            <a:off x="7991855" y="3456432"/>
            <a:ext cx="1773936" cy="1691640"/>
          </a:xfrm>
          <a:prstGeom prst="rect">
            <a:avLst/>
          </a:prstGeom>
          <a:noFill/>
        </p:spPr>
        <p:txBody>
          <a:bodyPr wrap="square" lIns="0" tIns="0" rIns="0" bIns="0" anchor="t">
            <a:noAutofit/>
          </a:bodyPr>
          <a:lstStyle/>
          <a:p>
            <a:pPr algn="l">
              <a:lnSpc>
                <a:spcPct val="118000"/>
              </a:lnSpc>
              <a:spcBef>
                <a:spcPts val="0"/>
              </a:spcBef>
              <a:spcAft>
                <a:spcPts val="0"/>
              </a:spcAft>
            </a:pPr>
            <a:r>
              <a:rPr sz="1100" b="0" i="0">
                <a:solidFill>
                  <a:srgbClr val="707070"/>
                </a:solidFill>
                <a:latin typeface="Viedoc Monument Grotesk"/>
              </a:rPr>
              <a:t>A promoted release goes through one region, training then production, and the deployed state is written down.</a:t>
            </a:r>
          </a:p>
        </p:txBody>
      </p:sp>
      <p:sp>
        <p:nvSpPr>
          <p:cNvPr id="25" name="Rounded Rectangle 24"/>
          <p:cNvSpPr/>
          <p:nvPr/>
        </p:nvSpPr>
        <p:spPr>
          <a:xfrm>
            <a:off x="9848087" y="1938528"/>
            <a:ext cx="1773936" cy="91440"/>
          </a:xfrm>
          <a:prstGeom prst="roundRect">
            <a:avLst>
              <a:gd name="adj" fmla="val 50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26" name="TextBox 25"/>
          <p:cNvSpPr txBox="1"/>
          <p:nvPr/>
        </p:nvSpPr>
        <p:spPr>
          <a:xfrm>
            <a:off x="9848087" y="2139696"/>
            <a:ext cx="1773936" cy="859536"/>
          </a:xfrm>
          <a:prstGeom prst="rect">
            <a:avLst/>
          </a:prstGeom>
          <a:noFill/>
        </p:spPr>
        <p:txBody>
          <a:bodyPr wrap="square" lIns="0" tIns="0" rIns="0" bIns="0" anchor="t">
            <a:noAutofit/>
          </a:bodyPr>
          <a:lstStyle/>
          <a:p>
            <a:pPr algn="l">
              <a:spcBef>
                <a:spcPts val="0"/>
              </a:spcBef>
              <a:spcAft>
                <a:spcPts val="0"/>
              </a:spcAft>
            </a:pPr>
            <a:r>
              <a:rPr sz="1700" b="1" i="0">
                <a:solidFill>
                  <a:srgbClr val="FF865F"/>
                </a:solidFill>
                <a:latin typeface="Viedoc Monument Grotesk"/>
              </a:rPr>
              <a:t>M6  </a:t>
            </a:r>
            <a:r>
              <a:rPr sz="1100" b="0" i="0">
                <a:solidFill>
                  <a:srgbClr val="707070"/>
                </a:solidFill>
                <a:latin typeface="Viedoc Monument Grotesk"/>
              </a:rPr>
              <a:t>Fri 30 Oct</a:t>
            </a:r>
          </a:p>
          <a:p>
            <a:pPr algn="l">
              <a:lnSpc>
                <a:spcPct val="105000"/>
              </a:lnSpc>
              <a:spcBef>
                <a:spcPts val="400"/>
              </a:spcBef>
              <a:spcAft>
                <a:spcPts val="0"/>
              </a:spcAft>
            </a:pPr>
            <a:r>
              <a:rPr sz="1300" b="1" i="0">
                <a:solidFill>
                  <a:srgbClr val="111111"/>
                </a:solidFill>
                <a:latin typeface="Viedoc Monument Grotesk"/>
              </a:rPr>
              <a:t>The one-day release</a:t>
            </a:r>
          </a:p>
        </p:txBody>
      </p:sp>
      <p:sp>
        <p:nvSpPr>
          <p:cNvPr id="27" name="Rounded Rectangle 26"/>
          <p:cNvSpPr/>
          <p:nvPr/>
        </p:nvSpPr>
        <p:spPr>
          <a:xfrm>
            <a:off x="9848087" y="3035808"/>
            <a:ext cx="932688" cy="274320"/>
          </a:xfrm>
          <a:prstGeom prst="roundRect">
            <a:avLst>
              <a:gd name="adj" fmla="val 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1000" b="1" i="0">
                <a:solidFill>
                  <a:srgbClr val="FFFFFF"/>
                </a:solidFill>
                <a:latin typeface="Viedoc Monument Grotesk"/>
              </a:rPr>
              <a:t>Drill 5</a:t>
            </a:r>
          </a:p>
        </p:txBody>
      </p:sp>
      <p:sp>
        <p:nvSpPr>
          <p:cNvPr id="28" name="TextBox 27"/>
          <p:cNvSpPr txBox="1"/>
          <p:nvPr/>
        </p:nvSpPr>
        <p:spPr>
          <a:xfrm>
            <a:off x="9848087" y="3456432"/>
            <a:ext cx="1773936" cy="1691640"/>
          </a:xfrm>
          <a:prstGeom prst="rect">
            <a:avLst/>
          </a:prstGeom>
          <a:noFill/>
        </p:spPr>
        <p:txBody>
          <a:bodyPr wrap="square" lIns="0" tIns="0" rIns="0" bIns="0" anchor="t">
            <a:noAutofit/>
          </a:bodyPr>
          <a:lstStyle/>
          <a:p>
            <a:pPr algn="l">
              <a:lnSpc>
                <a:spcPct val="118000"/>
              </a:lnSpc>
              <a:spcBef>
                <a:spcPts val="0"/>
              </a:spcBef>
              <a:spcAft>
                <a:spcPts val="0"/>
              </a:spcAft>
            </a:pPr>
            <a:r>
              <a:rPr sz="1100" b="0" i="0">
                <a:solidFill>
                  <a:srgbClr val="707070"/>
                </a:solidFill>
                <a:latin typeface="Viedoc Monument Grotesk"/>
              </a:rPr>
              <a:t>A person queues one thing and all four regions go out. Timed, against the 4.96 baseline. This is the proof.</a:t>
            </a:r>
          </a:p>
        </p:txBody>
      </p:sp>
      <p:sp>
        <p:nvSpPr>
          <p:cNvPr id="29" name="Rounded Rectangle 28"/>
          <p:cNvSpPr/>
          <p:nvPr/>
        </p:nvSpPr>
        <p:spPr>
          <a:xfrm>
            <a:off x="566928" y="5230368"/>
            <a:ext cx="11064240" cy="1042415"/>
          </a:xfrm>
          <a:prstGeom prst="roundRect">
            <a:avLst>
              <a:gd name="adj" fmla="val 5000"/>
            </a:avLst>
          </a:prstGeom>
          <a:solidFill>
            <a:srgbClr val="F5F4F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ctr">
            <a:noAutofit/>
          </a:bodyPr>
          <a:lstStyle/>
          <a:p>
            <a:pPr algn="l">
              <a:lnSpc>
                <a:spcPct val="115000"/>
              </a:lnSpc>
              <a:spcBef>
                <a:spcPts val="0"/>
              </a:spcBef>
              <a:spcAft>
                <a:spcPts val="0"/>
              </a:spcAft>
            </a:pPr>
            <a:r>
              <a:rPr sz="1200" b="1" i="0">
                <a:solidFill>
                  <a:srgbClr val="111111"/>
                </a:solidFill>
                <a:latin typeface="Viedoc Monument Grotesk"/>
              </a:rPr>
              <a:t>How a drill works.  </a:t>
            </a:r>
            <a:r>
              <a:rPr sz="1200" b="0" i="0">
                <a:solidFill>
                  <a:srgbClr val="707070"/>
                </a:solidFill>
                <a:latin typeface="Viedoc Monument Grotesk"/>
              </a:rPr>
              <a:t>Not a real release: a fake product backlog item, a fake technical backlog item and a fake bug, pushed through every step together, including all release documentation, round after round. The same three items go through every drill — the point is the process, and the measurement.</a:t>
            </a:r>
          </a:p>
          <a:p>
            <a:pPr algn="l">
              <a:spcBef>
                <a:spcPts val="300"/>
              </a:spcBef>
              <a:spcAft>
                <a:spcPts val="0"/>
              </a:spcAft>
            </a:pPr>
            <a:r>
              <a:rPr sz="1100" b="0" i="0">
                <a:solidFill>
                  <a:srgbClr val="707070"/>
                </a:solidFill>
                <a:latin typeface="Viedoc Monument Grotesk"/>
              </a:rPr>
              <a:t>Dev Days are Monday 5 – Tuesday 6 October.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6400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Fourteen streams across eight weeks</a:t>
            </a:r>
          </a:p>
        </p:txBody>
      </p:sp>
      <p:sp>
        <p:nvSpPr>
          <p:cNvPr id="4" name="TextBox 3"/>
          <p:cNvSpPr txBox="1"/>
          <p:nvPr/>
        </p:nvSpPr>
        <p:spPr>
          <a:xfrm>
            <a:off x="566928" y="1481328"/>
            <a:ext cx="11064240" cy="310896"/>
          </a:xfrm>
          <a:prstGeom prst="rect">
            <a:avLst/>
          </a:prstGeom>
          <a:noFill/>
        </p:spPr>
        <p:txBody>
          <a:bodyPr wrap="square" lIns="0" tIns="0" rIns="0" bIns="0" anchor="t">
            <a:noAutofit/>
          </a:bodyPr>
          <a:lstStyle/>
          <a:p>
            <a:pPr algn="l">
              <a:spcBef>
                <a:spcPts val="0"/>
              </a:spcBef>
              <a:spcAft>
                <a:spcPts val="0"/>
              </a:spcAft>
            </a:pPr>
            <a:r>
              <a:rPr sz="1400" b="0" i="0">
                <a:solidFill>
                  <a:srgbClr val="707070"/>
                </a:solidFill>
                <a:latin typeface="Viedoc Monument Grotesk"/>
              </a:rPr>
              <a:t>Preliminary. Six streams have no owner yet, and nobody has committed to a date.</a:t>
            </a:r>
          </a:p>
        </p:txBody>
      </p:sp>
      <p:sp>
        <p:nvSpPr>
          <p:cNvPr id="5" name="Rectangle 4"/>
          <p:cNvSpPr/>
          <p:nvPr/>
        </p:nvSpPr>
        <p:spPr>
          <a:xfrm>
            <a:off x="7680960" y="2487168"/>
            <a:ext cx="914400" cy="3429000"/>
          </a:xfrm>
          <a:prstGeom prst="rect">
            <a:avLst/>
          </a:prstGeom>
          <a:solidFill>
            <a:srgbClr val="FDF7EB"/>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6" name="Rectangle 5"/>
          <p:cNvSpPr/>
          <p:nvPr/>
        </p:nvSpPr>
        <p:spPr>
          <a:xfrm>
            <a:off x="3108960" y="2715768"/>
            <a:ext cx="8229600" cy="2286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7" name="Rectangle 6"/>
          <p:cNvSpPr/>
          <p:nvPr/>
        </p:nvSpPr>
        <p:spPr>
          <a:xfrm>
            <a:off x="3108960" y="3172968"/>
            <a:ext cx="8229600" cy="2286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8" name="Rectangle 7"/>
          <p:cNvSpPr/>
          <p:nvPr/>
        </p:nvSpPr>
        <p:spPr>
          <a:xfrm>
            <a:off x="3108960" y="3630168"/>
            <a:ext cx="8229600" cy="2286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9" name="Rectangle 8"/>
          <p:cNvSpPr/>
          <p:nvPr/>
        </p:nvSpPr>
        <p:spPr>
          <a:xfrm>
            <a:off x="3108960" y="4087368"/>
            <a:ext cx="8229600" cy="2286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0" name="Rectangle 9"/>
          <p:cNvSpPr/>
          <p:nvPr/>
        </p:nvSpPr>
        <p:spPr>
          <a:xfrm>
            <a:off x="3108960" y="4544568"/>
            <a:ext cx="8229600" cy="2286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1" name="Rectangle 10"/>
          <p:cNvSpPr/>
          <p:nvPr/>
        </p:nvSpPr>
        <p:spPr>
          <a:xfrm>
            <a:off x="3108960" y="5001768"/>
            <a:ext cx="8229600" cy="2286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2" name="Rectangle 11"/>
          <p:cNvSpPr/>
          <p:nvPr/>
        </p:nvSpPr>
        <p:spPr>
          <a:xfrm>
            <a:off x="3108960" y="5458968"/>
            <a:ext cx="8229600" cy="2286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3" name="Rectangle 12"/>
          <p:cNvSpPr/>
          <p:nvPr/>
        </p:nvSpPr>
        <p:spPr>
          <a:xfrm>
            <a:off x="4017873" y="2487168"/>
            <a:ext cx="10972" cy="342900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4" name="Rectangle 13"/>
          <p:cNvSpPr/>
          <p:nvPr/>
        </p:nvSpPr>
        <p:spPr>
          <a:xfrm>
            <a:off x="5846673" y="2487168"/>
            <a:ext cx="10972" cy="342900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5" name="Rectangle 14"/>
          <p:cNvSpPr/>
          <p:nvPr/>
        </p:nvSpPr>
        <p:spPr>
          <a:xfrm>
            <a:off x="7675473" y="2487168"/>
            <a:ext cx="10972" cy="342900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6" name="Rectangle 15"/>
          <p:cNvSpPr/>
          <p:nvPr/>
        </p:nvSpPr>
        <p:spPr>
          <a:xfrm>
            <a:off x="9504273" y="2487168"/>
            <a:ext cx="10972" cy="342900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7" name="Rectangle 16"/>
          <p:cNvSpPr/>
          <p:nvPr/>
        </p:nvSpPr>
        <p:spPr>
          <a:xfrm>
            <a:off x="10418673" y="2487168"/>
            <a:ext cx="10972" cy="342900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8" name="Rectangle 17"/>
          <p:cNvSpPr/>
          <p:nvPr/>
        </p:nvSpPr>
        <p:spPr>
          <a:xfrm>
            <a:off x="11333073" y="2487168"/>
            <a:ext cx="10972" cy="3429000"/>
          </a:xfrm>
          <a:prstGeom prst="rect">
            <a:avLst/>
          </a:prstGeom>
          <a:solidFill>
            <a:srgbClr val="B0B0B0"/>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t">
            <a:noAutofit/>
          </a:bodyPr>
          <a:lstStyle/>
          <a:p>
            <a:pPr algn="ctr"/>
            <a:endParaRPr/>
          </a:p>
        </p:txBody>
      </p:sp>
      <p:sp>
        <p:nvSpPr>
          <p:cNvPr id="19" name="TextBox 18"/>
          <p:cNvSpPr txBox="1"/>
          <p:nvPr/>
        </p:nvSpPr>
        <p:spPr>
          <a:xfrm>
            <a:off x="3566160" y="1901952"/>
            <a:ext cx="914400" cy="201168"/>
          </a:xfrm>
          <a:prstGeom prst="rect">
            <a:avLst/>
          </a:prstGeom>
          <a:noFill/>
        </p:spPr>
        <p:txBody>
          <a:bodyPr wrap="square" lIns="0" tIns="0" rIns="0" bIns="0" anchor="t">
            <a:noAutofit/>
          </a:bodyPr>
          <a:lstStyle/>
          <a:p>
            <a:pPr algn="ctr">
              <a:spcBef>
                <a:spcPts val="0"/>
              </a:spcBef>
              <a:spcAft>
                <a:spcPts val="0"/>
              </a:spcAft>
            </a:pPr>
            <a:r>
              <a:rPr sz="850" b="0" i="0">
                <a:solidFill>
                  <a:srgbClr val="707070"/>
                </a:solidFill>
                <a:latin typeface="Viedoc Monument Grotesk"/>
              </a:rPr>
              <a:t>4 Sep</a:t>
            </a:r>
          </a:p>
        </p:txBody>
      </p:sp>
      <p:sp>
        <p:nvSpPr>
          <p:cNvPr id="20" name="Rounded Rectangle 19"/>
          <p:cNvSpPr/>
          <p:nvPr/>
        </p:nvSpPr>
        <p:spPr>
          <a:xfrm>
            <a:off x="3822192" y="2139696"/>
            <a:ext cx="402336" cy="219456"/>
          </a:xfrm>
          <a:prstGeom prst="roundRect">
            <a:avLst>
              <a:gd name="adj" fmla="val 5000"/>
            </a:avLst>
          </a:prstGeom>
          <a:solidFill>
            <a:srgbClr val="A7B2E7"/>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900" b="1" i="0">
                <a:solidFill>
                  <a:srgbClr val="FFFFFF"/>
                </a:solidFill>
                <a:latin typeface="Viedoc Monument Grotesk"/>
              </a:rPr>
              <a:t>M1</a:t>
            </a:r>
          </a:p>
        </p:txBody>
      </p:sp>
      <p:sp>
        <p:nvSpPr>
          <p:cNvPr id="21" name="Rounded Rectangle 20"/>
          <p:cNvSpPr/>
          <p:nvPr/>
        </p:nvSpPr>
        <p:spPr>
          <a:xfrm>
            <a:off x="3694176" y="5980176"/>
            <a:ext cx="658368" cy="201168"/>
          </a:xfrm>
          <a:prstGeom prst="roundRect">
            <a:avLst>
              <a:gd name="adj" fmla="val 5000"/>
            </a:avLst>
          </a:prstGeom>
          <a:solidFill>
            <a:srgbClr val="DFDFD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800" b="1" i="0">
                <a:solidFill>
                  <a:srgbClr val="707070"/>
                </a:solidFill>
                <a:latin typeface="Viedoc Monument Grotesk"/>
              </a:rPr>
              <a:t>Baseline</a:t>
            </a:r>
          </a:p>
        </p:txBody>
      </p:sp>
      <p:sp>
        <p:nvSpPr>
          <p:cNvPr id="22" name="TextBox 21"/>
          <p:cNvSpPr txBox="1"/>
          <p:nvPr/>
        </p:nvSpPr>
        <p:spPr>
          <a:xfrm>
            <a:off x="5394960" y="1901952"/>
            <a:ext cx="914400" cy="201168"/>
          </a:xfrm>
          <a:prstGeom prst="rect">
            <a:avLst/>
          </a:prstGeom>
          <a:noFill/>
        </p:spPr>
        <p:txBody>
          <a:bodyPr wrap="square" lIns="0" tIns="0" rIns="0" bIns="0" anchor="t">
            <a:noAutofit/>
          </a:bodyPr>
          <a:lstStyle/>
          <a:p>
            <a:pPr algn="ctr">
              <a:spcBef>
                <a:spcPts val="0"/>
              </a:spcBef>
              <a:spcAft>
                <a:spcPts val="0"/>
              </a:spcAft>
            </a:pPr>
            <a:r>
              <a:rPr sz="850" b="0" i="0">
                <a:solidFill>
                  <a:srgbClr val="707070"/>
                </a:solidFill>
                <a:latin typeface="Viedoc Monument Grotesk"/>
              </a:rPr>
              <a:t>18 Sep</a:t>
            </a:r>
          </a:p>
        </p:txBody>
      </p:sp>
      <p:sp>
        <p:nvSpPr>
          <p:cNvPr id="23" name="Rounded Rectangle 22"/>
          <p:cNvSpPr/>
          <p:nvPr/>
        </p:nvSpPr>
        <p:spPr>
          <a:xfrm>
            <a:off x="5650992" y="2139696"/>
            <a:ext cx="402336" cy="219456"/>
          </a:xfrm>
          <a:prstGeom prst="roundRect">
            <a:avLst>
              <a:gd name="adj" fmla="val 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900" b="1" i="0">
                <a:solidFill>
                  <a:srgbClr val="FFFFFF"/>
                </a:solidFill>
                <a:latin typeface="Viedoc Monument Grotesk"/>
              </a:rPr>
              <a:t>M2</a:t>
            </a:r>
          </a:p>
        </p:txBody>
      </p:sp>
      <p:sp>
        <p:nvSpPr>
          <p:cNvPr id="24" name="Rounded Rectangle 23"/>
          <p:cNvSpPr/>
          <p:nvPr/>
        </p:nvSpPr>
        <p:spPr>
          <a:xfrm>
            <a:off x="5522976" y="5980176"/>
            <a:ext cx="658368" cy="201168"/>
          </a:xfrm>
          <a:prstGeom prst="roundRect">
            <a:avLst>
              <a:gd name="adj" fmla="val 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800" b="1" i="0">
                <a:solidFill>
                  <a:srgbClr val="FFFFFF"/>
                </a:solidFill>
                <a:latin typeface="Viedoc Monument Grotesk"/>
              </a:rPr>
              <a:t>Drill 1</a:t>
            </a:r>
          </a:p>
        </p:txBody>
      </p:sp>
      <p:sp>
        <p:nvSpPr>
          <p:cNvPr id="25" name="TextBox 24"/>
          <p:cNvSpPr txBox="1"/>
          <p:nvPr/>
        </p:nvSpPr>
        <p:spPr>
          <a:xfrm>
            <a:off x="7223760" y="1901952"/>
            <a:ext cx="914400" cy="201168"/>
          </a:xfrm>
          <a:prstGeom prst="rect">
            <a:avLst/>
          </a:prstGeom>
          <a:noFill/>
        </p:spPr>
        <p:txBody>
          <a:bodyPr wrap="square" lIns="0" tIns="0" rIns="0" bIns="0" anchor="t">
            <a:noAutofit/>
          </a:bodyPr>
          <a:lstStyle/>
          <a:p>
            <a:pPr algn="ctr">
              <a:spcBef>
                <a:spcPts val="0"/>
              </a:spcBef>
              <a:spcAft>
                <a:spcPts val="0"/>
              </a:spcAft>
            </a:pPr>
            <a:r>
              <a:rPr sz="850" b="0" i="0">
                <a:solidFill>
                  <a:srgbClr val="707070"/>
                </a:solidFill>
                <a:latin typeface="Viedoc Monument Grotesk"/>
              </a:rPr>
              <a:t>2 Oct</a:t>
            </a:r>
          </a:p>
        </p:txBody>
      </p:sp>
      <p:sp>
        <p:nvSpPr>
          <p:cNvPr id="26" name="Rounded Rectangle 25"/>
          <p:cNvSpPr/>
          <p:nvPr/>
        </p:nvSpPr>
        <p:spPr>
          <a:xfrm>
            <a:off x="7479792" y="2139696"/>
            <a:ext cx="402336" cy="219456"/>
          </a:xfrm>
          <a:prstGeom prst="roundRect">
            <a:avLst>
              <a:gd name="adj" fmla="val 5000"/>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900" b="1" i="0">
                <a:solidFill>
                  <a:srgbClr val="FFFFFF"/>
                </a:solidFill>
                <a:latin typeface="Viedoc Monument Grotesk"/>
              </a:rPr>
              <a:t>M3</a:t>
            </a:r>
          </a:p>
        </p:txBody>
      </p:sp>
      <p:sp>
        <p:nvSpPr>
          <p:cNvPr id="27" name="Rounded Rectangle 26"/>
          <p:cNvSpPr/>
          <p:nvPr/>
        </p:nvSpPr>
        <p:spPr>
          <a:xfrm>
            <a:off x="7351776" y="5980176"/>
            <a:ext cx="658368" cy="201168"/>
          </a:xfrm>
          <a:prstGeom prst="roundRect">
            <a:avLst>
              <a:gd name="adj" fmla="val 5000"/>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800" b="1" i="0">
                <a:solidFill>
                  <a:srgbClr val="FFFFFF"/>
                </a:solidFill>
                <a:latin typeface="Viedoc Monument Grotesk"/>
              </a:rPr>
              <a:t>Drill 2</a:t>
            </a:r>
          </a:p>
        </p:txBody>
      </p:sp>
      <p:sp>
        <p:nvSpPr>
          <p:cNvPr id="28" name="TextBox 27"/>
          <p:cNvSpPr txBox="1"/>
          <p:nvPr/>
        </p:nvSpPr>
        <p:spPr>
          <a:xfrm>
            <a:off x="9052560" y="1901952"/>
            <a:ext cx="914400" cy="201168"/>
          </a:xfrm>
          <a:prstGeom prst="rect">
            <a:avLst/>
          </a:prstGeom>
          <a:noFill/>
        </p:spPr>
        <p:txBody>
          <a:bodyPr wrap="square" lIns="0" tIns="0" rIns="0" bIns="0" anchor="t">
            <a:noAutofit/>
          </a:bodyPr>
          <a:lstStyle/>
          <a:p>
            <a:pPr algn="ctr">
              <a:spcBef>
                <a:spcPts val="0"/>
              </a:spcBef>
              <a:spcAft>
                <a:spcPts val="0"/>
              </a:spcAft>
            </a:pPr>
            <a:r>
              <a:rPr sz="850" b="0" i="0">
                <a:solidFill>
                  <a:srgbClr val="707070"/>
                </a:solidFill>
                <a:latin typeface="Viedoc Monument Grotesk"/>
              </a:rPr>
              <a:t>16 Oct</a:t>
            </a:r>
          </a:p>
        </p:txBody>
      </p:sp>
      <p:sp>
        <p:nvSpPr>
          <p:cNvPr id="29" name="Rounded Rectangle 28"/>
          <p:cNvSpPr/>
          <p:nvPr/>
        </p:nvSpPr>
        <p:spPr>
          <a:xfrm>
            <a:off x="9308592" y="2139696"/>
            <a:ext cx="402336" cy="219456"/>
          </a:xfrm>
          <a:prstGeom prst="roundRect">
            <a:avLst>
              <a:gd name="adj" fmla="val 5000"/>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900" b="1" i="0">
                <a:solidFill>
                  <a:srgbClr val="FFFFFF"/>
                </a:solidFill>
                <a:latin typeface="Viedoc Monument Grotesk"/>
              </a:rPr>
              <a:t>M4</a:t>
            </a:r>
          </a:p>
        </p:txBody>
      </p:sp>
      <p:sp>
        <p:nvSpPr>
          <p:cNvPr id="30" name="Rounded Rectangle 29"/>
          <p:cNvSpPr/>
          <p:nvPr/>
        </p:nvSpPr>
        <p:spPr>
          <a:xfrm>
            <a:off x="9180576" y="5980176"/>
            <a:ext cx="658368" cy="201168"/>
          </a:xfrm>
          <a:prstGeom prst="roundRect">
            <a:avLst>
              <a:gd name="adj" fmla="val 5000"/>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800" b="1" i="0">
                <a:solidFill>
                  <a:srgbClr val="FFFFFF"/>
                </a:solidFill>
                <a:latin typeface="Viedoc Monument Grotesk"/>
              </a:rPr>
              <a:t>Drill 3</a:t>
            </a:r>
          </a:p>
        </p:txBody>
      </p:sp>
      <p:sp>
        <p:nvSpPr>
          <p:cNvPr id="31" name="TextBox 30"/>
          <p:cNvSpPr txBox="1"/>
          <p:nvPr/>
        </p:nvSpPr>
        <p:spPr>
          <a:xfrm>
            <a:off x="9966960" y="1901952"/>
            <a:ext cx="914400" cy="201168"/>
          </a:xfrm>
          <a:prstGeom prst="rect">
            <a:avLst/>
          </a:prstGeom>
          <a:noFill/>
        </p:spPr>
        <p:txBody>
          <a:bodyPr wrap="square" lIns="0" tIns="0" rIns="0" bIns="0" anchor="t">
            <a:noAutofit/>
          </a:bodyPr>
          <a:lstStyle/>
          <a:p>
            <a:pPr algn="ctr">
              <a:spcBef>
                <a:spcPts val="0"/>
              </a:spcBef>
              <a:spcAft>
                <a:spcPts val="0"/>
              </a:spcAft>
            </a:pPr>
            <a:r>
              <a:rPr sz="850" b="0" i="0">
                <a:solidFill>
                  <a:srgbClr val="707070"/>
                </a:solidFill>
                <a:latin typeface="Viedoc Monument Grotesk"/>
              </a:rPr>
              <a:t>23 Oct</a:t>
            </a:r>
          </a:p>
        </p:txBody>
      </p:sp>
      <p:sp>
        <p:nvSpPr>
          <p:cNvPr id="32" name="Rounded Rectangle 31"/>
          <p:cNvSpPr/>
          <p:nvPr/>
        </p:nvSpPr>
        <p:spPr>
          <a:xfrm>
            <a:off x="10222992" y="2139696"/>
            <a:ext cx="402336" cy="219456"/>
          </a:xfrm>
          <a:prstGeom prst="roundRect">
            <a:avLst>
              <a:gd name="adj" fmla="val 5000"/>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900" b="1" i="0">
                <a:solidFill>
                  <a:srgbClr val="FFFFFF"/>
                </a:solidFill>
                <a:latin typeface="Viedoc Monument Grotesk"/>
              </a:rPr>
              <a:t>M5</a:t>
            </a:r>
          </a:p>
        </p:txBody>
      </p:sp>
      <p:sp>
        <p:nvSpPr>
          <p:cNvPr id="33" name="Rounded Rectangle 32"/>
          <p:cNvSpPr/>
          <p:nvPr/>
        </p:nvSpPr>
        <p:spPr>
          <a:xfrm>
            <a:off x="10094976" y="5980176"/>
            <a:ext cx="658368" cy="201168"/>
          </a:xfrm>
          <a:prstGeom prst="roundRect">
            <a:avLst>
              <a:gd name="adj" fmla="val 5000"/>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800" b="1" i="0">
                <a:solidFill>
                  <a:srgbClr val="FFFFFF"/>
                </a:solidFill>
                <a:latin typeface="Viedoc Monument Grotesk"/>
              </a:rPr>
              <a:t>Drill 4</a:t>
            </a:r>
          </a:p>
        </p:txBody>
      </p:sp>
      <p:sp>
        <p:nvSpPr>
          <p:cNvPr id="34" name="TextBox 33"/>
          <p:cNvSpPr txBox="1"/>
          <p:nvPr/>
        </p:nvSpPr>
        <p:spPr>
          <a:xfrm>
            <a:off x="10881360" y="1901952"/>
            <a:ext cx="914400" cy="201168"/>
          </a:xfrm>
          <a:prstGeom prst="rect">
            <a:avLst/>
          </a:prstGeom>
          <a:noFill/>
        </p:spPr>
        <p:txBody>
          <a:bodyPr wrap="square" lIns="0" tIns="0" rIns="0" bIns="0" anchor="t">
            <a:noAutofit/>
          </a:bodyPr>
          <a:lstStyle/>
          <a:p>
            <a:pPr algn="ctr">
              <a:spcBef>
                <a:spcPts val="0"/>
              </a:spcBef>
              <a:spcAft>
                <a:spcPts val="0"/>
              </a:spcAft>
            </a:pPr>
            <a:r>
              <a:rPr sz="850" b="0" i="0">
                <a:solidFill>
                  <a:srgbClr val="707070"/>
                </a:solidFill>
                <a:latin typeface="Viedoc Monument Grotesk"/>
              </a:rPr>
              <a:t>30 Oct</a:t>
            </a:r>
          </a:p>
        </p:txBody>
      </p:sp>
      <p:sp>
        <p:nvSpPr>
          <p:cNvPr id="35" name="Rounded Rectangle 34"/>
          <p:cNvSpPr/>
          <p:nvPr/>
        </p:nvSpPr>
        <p:spPr>
          <a:xfrm>
            <a:off x="11137392" y="2139696"/>
            <a:ext cx="402336" cy="219456"/>
          </a:xfrm>
          <a:prstGeom prst="roundRect">
            <a:avLst>
              <a:gd name="adj" fmla="val 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900" b="1" i="0">
                <a:solidFill>
                  <a:srgbClr val="FFFFFF"/>
                </a:solidFill>
                <a:latin typeface="Viedoc Monument Grotesk"/>
              </a:rPr>
              <a:t>M6</a:t>
            </a:r>
          </a:p>
        </p:txBody>
      </p:sp>
      <p:sp>
        <p:nvSpPr>
          <p:cNvPr id="36" name="Rounded Rectangle 35"/>
          <p:cNvSpPr/>
          <p:nvPr/>
        </p:nvSpPr>
        <p:spPr>
          <a:xfrm>
            <a:off x="11009376" y="5980176"/>
            <a:ext cx="658368" cy="201168"/>
          </a:xfrm>
          <a:prstGeom prst="roundRect">
            <a:avLst>
              <a:gd name="adj" fmla="val 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Bef>
                <a:spcPts val="0"/>
              </a:spcBef>
              <a:spcAft>
                <a:spcPts val="0"/>
              </a:spcAft>
            </a:pPr>
            <a:r>
              <a:rPr sz="800" b="1" i="0">
                <a:solidFill>
                  <a:srgbClr val="FFFFFF"/>
                </a:solidFill>
                <a:latin typeface="Viedoc Monument Grotesk"/>
              </a:rPr>
              <a:t>Drill 5</a:t>
            </a:r>
          </a:p>
        </p:txBody>
      </p:sp>
      <p:sp>
        <p:nvSpPr>
          <p:cNvPr id="37" name="TextBox 36"/>
          <p:cNvSpPr txBox="1"/>
          <p:nvPr/>
        </p:nvSpPr>
        <p:spPr>
          <a:xfrm>
            <a:off x="566928" y="25191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8E7DD2"/>
                </a:solidFill>
                <a:latin typeface="Viedoc Monument Grotesk"/>
              </a:rPr>
              <a:t>1  </a:t>
            </a:r>
            <a:r>
              <a:rPr sz="900" b="0" i="0">
                <a:solidFill>
                  <a:srgbClr val="111111"/>
                </a:solidFill>
                <a:latin typeface="Viedoc Monument Grotesk"/>
              </a:rPr>
              <a:t>Run TC on dev</a:t>
            </a:r>
            <a:r>
              <a:rPr sz="750" b="0" i="0">
                <a:solidFill>
                  <a:srgbClr val="707070"/>
                </a:solidFill>
                <a:latin typeface="Viedoc Monument Grotesk"/>
              </a:rPr>
              <a:t>   Daniel B.</a:t>
            </a:r>
          </a:p>
        </p:txBody>
      </p:sp>
      <p:sp>
        <p:nvSpPr>
          <p:cNvPr id="38" name="Rounded Rectangle 37"/>
          <p:cNvSpPr/>
          <p:nvPr/>
        </p:nvSpPr>
        <p:spPr>
          <a:xfrm>
            <a:off x="3108960" y="2528316"/>
            <a:ext cx="914400" cy="146304"/>
          </a:xfrm>
          <a:prstGeom prst="roundRect">
            <a:avLst>
              <a:gd name="adj" fmla="val 3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agreed</a:t>
            </a:r>
          </a:p>
        </p:txBody>
      </p:sp>
      <p:sp>
        <p:nvSpPr>
          <p:cNvPr id="39" name="TextBox 38"/>
          <p:cNvSpPr txBox="1"/>
          <p:nvPr/>
        </p:nvSpPr>
        <p:spPr>
          <a:xfrm>
            <a:off x="566928" y="27477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8E7DD2"/>
                </a:solidFill>
                <a:latin typeface="Viedoc Monument Grotesk"/>
              </a:rPr>
              <a:t>1b  </a:t>
            </a:r>
            <a:r>
              <a:rPr sz="900" b="0" i="0">
                <a:solidFill>
                  <a:srgbClr val="111111"/>
                </a:solidFill>
                <a:latin typeface="Viedoc Monument Grotesk"/>
              </a:rPr>
              <a:t>Trunk-based main</a:t>
            </a:r>
            <a:r>
              <a:rPr sz="750" b="0" i="0">
                <a:solidFill>
                  <a:srgbClr val="707070"/>
                </a:solidFill>
                <a:latin typeface="Viedoc Monument Grotesk"/>
              </a:rPr>
              <a:t>   Oscar + leads</a:t>
            </a:r>
          </a:p>
        </p:txBody>
      </p:sp>
      <p:sp>
        <p:nvSpPr>
          <p:cNvPr id="40" name="Rounded Rectangle 39"/>
          <p:cNvSpPr/>
          <p:nvPr/>
        </p:nvSpPr>
        <p:spPr>
          <a:xfrm>
            <a:off x="3108960" y="2756916"/>
            <a:ext cx="914400" cy="146304"/>
          </a:xfrm>
          <a:prstGeom prst="roundRect">
            <a:avLst>
              <a:gd name="adj" fmla="val 3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agreed</a:t>
            </a:r>
          </a:p>
        </p:txBody>
      </p:sp>
      <p:sp>
        <p:nvSpPr>
          <p:cNvPr id="41" name="TextBox 40"/>
          <p:cNvSpPr txBox="1"/>
          <p:nvPr/>
        </p:nvSpPr>
        <p:spPr>
          <a:xfrm>
            <a:off x="566928" y="29763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8E7DD2"/>
                </a:solidFill>
                <a:latin typeface="Viedoc Monument Grotesk"/>
              </a:rPr>
              <a:t>2  </a:t>
            </a:r>
            <a:r>
              <a:rPr sz="900" b="0" i="0">
                <a:solidFill>
                  <a:srgbClr val="111111"/>
                </a:solidFill>
                <a:latin typeface="Viedoc Monument Grotesk"/>
              </a:rPr>
              <a:t>PQ</a:t>
            </a:r>
            <a:r>
              <a:rPr sz="750" b="0" i="0">
                <a:solidFill>
                  <a:srgbClr val="707070"/>
                </a:solidFill>
                <a:latin typeface="Viedoc Monument Grotesk"/>
              </a:rPr>
              <a:t>   Ganesh +2</a:t>
            </a:r>
          </a:p>
        </p:txBody>
      </p:sp>
      <p:sp>
        <p:nvSpPr>
          <p:cNvPr id="42" name="Rounded Rectangle 41"/>
          <p:cNvSpPr/>
          <p:nvPr/>
        </p:nvSpPr>
        <p:spPr>
          <a:xfrm>
            <a:off x="3108960" y="2985516"/>
            <a:ext cx="6400800" cy="146304"/>
          </a:xfrm>
          <a:prstGeom prst="roundRect">
            <a:avLst>
              <a:gd name="adj" fmla="val 3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PQ automated</a:t>
            </a:r>
          </a:p>
        </p:txBody>
      </p:sp>
      <p:sp>
        <p:nvSpPr>
          <p:cNvPr id="43" name="TextBox 42"/>
          <p:cNvSpPr txBox="1"/>
          <p:nvPr/>
        </p:nvSpPr>
        <p:spPr>
          <a:xfrm>
            <a:off x="566928" y="32049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8E7DD2"/>
                </a:solidFill>
                <a:latin typeface="Viedoc Monument Grotesk"/>
              </a:rPr>
              <a:t>3  </a:t>
            </a:r>
            <a:r>
              <a:rPr sz="900" b="0" i="0">
                <a:solidFill>
                  <a:srgbClr val="111111"/>
                </a:solidFill>
                <a:latin typeface="Viedoc Monument Grotesk"/>
              </a:rPr>
              <a:t>IaC in Bicep</a:t>
            </a:r>
            <a:r>
              <a:rPr sz="750" b="0" i="0">
                <a:solidFill>
                  <a:srgbClr val="707070"/>
                </a:solidFill>
                <a:latin typeface="Viedoc Monument Grotesk"/>
              </a:rPr>
              <a:t>   Platform</a:t>
            </a:r>
          </a:p>
        </p:txBody>
      </p:sp>
      <p:sp>
        <p:nvSpPr>
          <p:cNvPr id="44" name="Rounded Rectangle 43"/>
          <p:cNvSpPr/>
          <p:nvPr/>
        </p:nvSpPr>
        <p:spPr>
          <a:xfrm>
            <a:off x="3108960" y="3214116"/>
            <a:ext cx="7315200" cy="146304"/>
          </a:xfrm>
          <a:prstGeom prst="roundRect">
            <a:avLst>
              <a:gd name="adj" fmla="val 3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provisioned from code</a:t>
            </a:r>
          </a:p>
        </p:txBody>
      </p:sp>
      <p:sp>
        <p:nvSpPr>
          <p:cNvPr id="45" name="TextBox 44"/>
          <p:cNvSpPr txBox="1"/>
          <p:nvPr/>
        </p:nvSpPr>
        <p:spPr>
          <a:xfrm>
            <a:off x="566928" y="34335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8E7DD2"/>
                </a:solidFill>
                <a:latin typeface="Viedoc Monument Grotesk"/>
              </a:rPr>
              <a:t>4  </a:t>
            </a:r>
            <a:r>
              <a:rPr sz="900" b="0" i="0">
                <a:solidFill>
                  <a:srgbClr val="111111"/>
                </a:solidFill>
                <a:latin typeface="Viedoc Monument Grotesk"/>
              </a:rPr>
              <a:t>PDF generation</a:t>
            </a:r>
            <a:r>
              <a:rPr sz="750" b="0" i="0">
                <a:solidFill>
                  <a:srgbClr val="707070"/>
                </a:solidFill>
                <a:latin typeface="Viedoc Monument Grotesk"/>
              </a:rPr>
              <a:t>   Heartbeat</a:t>
            </a:r>
          </a:p>
        </p:txBody>
      </p:sp>
      <p:sp>
        <p:nvSpPr>
          <p:cNvPr id="46" name="Rounded Rectangle 45"/>
          <p:cNvSpPr/>
          <p:nvPr/>
        </p:nvSpPr>
        <p:spPr>
          <a:xfrm>
            <a:off x="3108960" y="3442716"/>
            <a:ext cx="8229600" cy="146304"/>
          </a:xfrm>
          <a:prstGeom prst="roundRect">
            <a:avLst>
              <a:gd name="adj" fmla="val 3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done</a:t>
            </a:r>
          </a:p>
        </p:txBody>
      </p:sp>
      <p:sp>
        <p:nvSpPr>
          <p:cNvPr id="47" name="TextBox 46"/>
          <p:cNvSpPr txBox="1"/>
          <p:nvPr/>
        </p:nvSpPr>
        <p:spPr>
          <a:xfrm>
            <a:off x="566928" y="36621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8E7DD2"/>
                </a:solidFill>
                <a:latin typeface="Viedoc Monument Grotesk"/>
              </a:rPr>
              <a:t>5  </a:t>
            </a:r>
            <a:r>
              <a:rPr sz="900" b="0" i="0">
                <a:solidFill>
                  <a:srgbClr val="111111"/>
                </a:solidFill>
                <a:latin typeface="Viedoc Monument Grotesk"/>
              </a:rPr>
              <a:t>Worker → ACA</a:t>
            </a:r>
            <a:r>
              <a:rPr sz="750" b="0" i="0">
                <a:solidFill>
                  <a:srgbClr val="707070"/>
                </a:solidFill>
                <a:latin typeface="Viedoc Monument Grotesk"/>
              </a:rPr>
              <a:t>   Heartbeat</a:t>
            </a:r>
          </a:p>
        </p:txBody>
      </p:sp>
      <p:sp>
        <p:nvSpPr>
          <p:cNvPr id="48" name="Rounded Rectangle 47"/>
          <p:cNvSpPr/>
          <p:nvPr/>
        </p:nvSpPr>
        <p:spPr>
          <a:xfrm>
            <a:off x="3108960" y="3671316"/>
            <a:ext cx="8229600" cy="146304"/>
          </a:xfrm>
          <a:prstGeom prst="roundRect">
            <a:avLst>
              <a:gd name="adj" fmla="val 3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done</a:t>
            </a:r>
          </a:p>
        </p:txBody>
      </p:sp>
      <p:sp>
        <p:nvSpPr>
          <p:cNvPr id="49" name="TextBox 48"/>
          <p:cNvSpPr txBox="1"/>
          <p:nvPr/>
        </p:nvSpPr>
        <p:spPr>
          <a:xfrm>
            <a:off x="566928" y="38907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FF865F"/>
                </a:solidFill>
                <a:latin typeface="Viedoc Monument Grotesk"/>
              </a:rPr>
              <a:t>6  </a:t>
            </a:r>
            <a:r>
              <a:rPr sz="900" b="0" i="0">
                <a:solidFill>
                  <a:srgbClr val="111111"/>
                </a:solidFill>
                <a:latin typeface="Viedoc Monument Grotesk"/>
              </a:rPr>
              <a:t>Report Generator</a:t>
            </a:r>
            <a:r>
              <a:rPr sz="750" b="1" i="0">
                <a:solidFill>
                  <a:srgbClr val="FF865F"/>
                </a:solidFill>
                <a:latin typeface="Viedoc Monument Grotesk"/>
              </a:rPr>
              <a:t>   OPEN</a:t>
            </a:r>
          </a:p>
        </p:txBody>
      </p:sp>
      <p:sp>
        <p:nvSpPr>
          <p:cNvPr id="50" name="Rounded Rectangle 49"/>
          <p:cNvSpPr/>
          <p:nvPr/>
        </p:nvSpPr>
        <p:spPr>
          <a:xfrm>
            <a:off x="4023360" y="3899916"/>
            <a:ext cx="1828800" cy="146304"/>
          </a:xfrm>
          <a:prstGeom prst="roundRect">
            <a:avLst>
              <a:gd name="adj" fmla="val 3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documents generated</a:t>
            </a:r>
          </a:p>
        </p:txBody>
      </p:sp>
      <p:sp>
        <p:nvSpPr>
          <p:cNvPr id="51" name="TextBox 50"/>
          <p:cNvSpPr txBox="1"/>
          <p:nvPr/>
        </p:nvSpPr>
        <p:spPr>
          <a:xfrm>
            <a:off x="566928" y="41193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FF865F"/>
                </a:solidFill>
                <a:latin typeface="Viedoc Monument Grotesk"/>
              </a:rPr>
              <a:t>7  </a:t>
            </a:r>
            <a:r>
              <a:rPr sz="900" b="0" i="0">
                <a:solidFill>
                  <a:srgbClr val="111111"/>
                </a:solidFill>
                <a:latin typeface="Viedoc Monument Grotesk"/>
              </a:rPr>
              <a:t>Smoke test</a:t>
            </a:r>
            <a:r>
              <a:rPr sz="750" b="1" i="0">
                <a:solidFill>
                  <a:srgbClr val="FF865F"/>
                </a:solidFill>
                <a:latin typeface="Viedoc Monument Grotesk"/>
              </a:rPr>
              <a:t>   OPEN</a:t>
            </a:r>
          </a:p>
        </p:txBody>
      </p:sp>
      <p:sp>
        <p:nvSpPr>
          <p:cNvPr id="52" name="Rounded Rectangle 51"/>
          <p:cNvSpPr/>
          <p:nvPr/>
        </p:nvSpPr>
        <p:spPr>
          <a:xfrm>
            <a:off x="3108960" y="4128516"/>
            <a:ext cx="4572000" cy="146304"/>
          </a:xfrm>
          <a:prstGeom prst="roundRect">
            <a:avLst>
              <a:gd name="adj" fmla="val 3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smoke on every deploy</a:t>
            </a:r>
          </a:p>
        </p:txBody>
      </p:sp>
      <p:sp>
        <p:nvSpPr>
          <p:cNvPr id="53" name="TextBox 52"/>
          <p:cNvSpPr txBox="1"/>
          <p:nvPr/>
        </p:nvSpPr>
        <p:spPr>
          <a:xfrm>
            <a:off x="566928" y="43479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F4B43D"/>
                </a:solidFill>
                <a:latin typeface="Viedoc Monument Grotesk"/>
              </a:rPr>
              <a:t>8  </a:t>
            </a:r>
            <a:r>
              <a:rPr sz="900" b="0" i="0">
                <a:solidFill>
                  <a:srgbClr val="111111"/>
                </a:solidFill>
                <a:latin typeface="Viedoc Monument Grotesk"/>
              </a:rPr>
              <a:t>IQ / OQ</a:t>
            </a:r>
            <a:r>
              <a:rPr sz="750" b="1" i="0">
                <a:solidFill>
                  <a:srgbClr val="F4B43D"/>
                </a:solidFill>
                <a:latin typeface="Viedoc Monument Grotesk"/>
              </a:rPr>
              <a:t>   Phoenix?</a:t>
            </a:r>
          </a:p>
        </p:txBody>
      </p:sp>
      <p:sp>
        <p:nvSpPr>
          <p:cNvPr id="54" name="Rounded Rectangle 53"/>
          <p:cNvSpPr/>
          <p:nvPr/>
        </p:nvSpPr>
        <p:spPr>
          <a:xfrm>
            <a:off x="3108960" y="4357116"/>
            <a:ext cx="7315200" cy="146304"/>
          </a:xfrm>
          <a:prstGeom prst="roundRect">
            <a:avLst>
              <a:gd name="adj" fmla="val 35000"/>
            </a:avLst>
          </a:prstGeom>
          <a:solidFill>
            <a:srgbClr val="F4B43D"/>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all 19 conform</a:t>
            </a:r>
          </a:p>
        </p:txBody>
      </p:sp>
      <p:sp>
        <p:nvSpPr>
          <p:cNvPr id="55" name="TextBox 54"/>
          <p:cNvSpPr txBox="1"/>
          <p:nvPr/>
        </p:nvSpPr>
        <p:spPr>
          <a:xfrm>
            <a:off x="566928" y="45765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FF865F"/>
                </a:solidFill>
                <a:latin typeface="Viedoc Monument Grotesk"/>
              </a:rPr>
              <a:t>9  </a:t>
            </a:r>
            <a:r>
              <a:rPr sz="900" b="0" i="0">
                <a:solidFill>
                  <a:srgbClr val="111111"/>
                </a:solidFill>
                <a:latin typeface="Viedoc Monument Grotesk"/>
              </a:rPr>
              <a:t>Release notes</a:t>
            </a:r>
            <a:r>
              <a:rPr sz="750" b="1" i="0">
                <a:solidFill>
                  <a:srgbClr val="FF865F"/>
                </a:solidFill>
                <a:latin typeface="Viedoc Monument Grotesk"/>
              </a:rPr>
              <a:t>   OPEN</a:t>
            </a:r>
          </a:p>
        </p:txBody>
      </p:sp>
      <p:sp>
        <p:nvSpPr>
          <p:cNvPr id="56" name="Rounded Rectangle 55"/>
          <p:cNvSpPr/>
          <p:nvPr/>
        </p:nvSpPr>
        <p:spPr>
          <a:xfrm>
            <a:off x="3108960" y="4585716"/>
            <a:ext cx="2743200" cy="146304"/>
          </a:xfrm>
          <a:prstGeom prst="roundRect">
            <a:avLst>
              <a:gd name="adj" fmla="val 3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notes generated</a:t>
            </a:r>
          </a:p>
        </p:txBody>
      </p:sp>
      <p:sp>
        <p:nvSpPr>
          <p:cNvPr id="57" name="TextBox 56"/>
          <p:cNvSpPr txBox="1"/>
          <p:nvPr/>
        </p:nvSpPr>
        <p:spPr>
          <a:xfrm>
            <a:off x="566928" y="48051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FF865F"/>
                </a:solidFill>
                <a:latin typeface="Viedoc Monument Grotesk"/>
              </a:rPr>
              <a:t>10  </a:t>
            </a:r>
            <a:r>
              <a:rPr sz="900" b="0" i="0">
                <a:solidFill>
                  <a:srgbClr val="111111"/>
                </a:solidFill>
                <a:latin typeface="Viedoc Monument Grotesk"/>
              </a:rPr>
              <a:t>PR-to-main validation</a:t>
            </a:r>
            <a:r>
              <a:rPr sz="750" b="1" i="0">
                <a:solidFill>
                  <a:srgbClr val="FF865F"/>
                </a:solidFill>
                <a:latin typeface="Viedoc Monument Grotesk"/>
              </a:rPr>
              <a:t>   OPEN</a:t>
            </a:r>
          </a:p>
        </p:txBody>
      </p:sp>
      <p:sp>
        <p:nvSpPr>
          <p:cNvPr id="58" name="Rounded Rectangle 57"/>
          <p:cNvSpPr/>
          <p:nvPr/>
        </p:nvSpPr>
        <p:spPr>
          <a:xfrm>
            <a:off x="3108960" y="4814316"/>
            <a:ext cx="4572000" cy="146304"/>
          </a:xfrm>
          <a:prstGeom prst="roundRect">
            <a:avLst>
              <a:gd name="adj" fmla="val 3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gate blocks</a:t>
            </a:r>
          </a:p>
        </p:txBody>
      </p:sp>
      <p:sp>
        <p:nvSpPr>
          <p:cNvPr id="59" name="TextBox 58"/>
          <p:cNvSpPr txBox="1"/>
          <p:nvPr/>
        </p:nvSpPr>
        <p:spPr>
          <a:xfrm>
            <a:off x="566928" y="50337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8E7DD2"/>
                </a:solidFill>
                <a:latin typeface="Viedoc Monument Grotesk"/>
              </a:rPr>
              <a:t>11  </a:t>
            </a:r>
            <a:r>
              <a:rPr sz="900" b="0" i="0">
                <a:solidFill>
                  <a:srgbClr val="111111"/>
                </a:solidFill>
                <a:latin typeface="Viedoc Monument Grotesk"/>
              </a:rPr>
              <a:t>Release pipelines</a:t>
            </a:r>
            <a:r>
              <a:rPr sz="750" b="0" i="0">
                <a:solidFill>
                  <a:srgbClr val="707070"/>
                </a:solidFill>
                <a:latin typeface="Viedoc Monument Grotesk"/>
              </a:rPr>
              <a:t>   Core team</a:t>
            </a:r>
          </a:p>
        </p:txBody>
      </p:sp>
      <p:sp>
        <p:nvSpPr>
          <p:cNvPr id="60" name="Rounded Rectangle 59"/>
          <p:cNvSpPr/>
          <p:nvPr/>
        </p:nvSpPr>
        <p:spPr>
          <a:xfrm>
            <a:off x="3108960" y="5042916"/>
            <a:ext cx="8229600" cy="146304"/>
          </a:xfrm>
          <a:prstGeom prst="roundRect">
            <a:avLst>
              <a:gd name="adj" fmla="val 3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the one-day release</a:t>
            </a:r>
          </a:p>
        </p:txBody>
      </p:sp>
      <p:sp>
        <p:nvSpPr>
          <p:cNvPr id="61" name="TextBox 60"/>
          <p:cNvSpPr txBox="1"/>
          <p:nvPr/>
        </p:nvSpPr>
        <p:spPr>
          <a:xfrm>
            <a:off x="566928" y="52623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8E7DD2"/>
                </a:solidFill>
                <a:latin typeface="Viedoc Monument Grotesk"/>
              </a:rPr>
              <a:t>12  </a:t>
            </a:r>
            <a:r>
              <a:rPr sz="900" b="0" i="0">
                <a:solidFill>
                  <a:srgbClr val="111111"/>
                </a:solidFill>
                <a:latin typeface="Viedoc Monument Grotesk"/>
              </a:rPr>
              <a:t>What “done” means</a:t>
            </a:r>
            <a:r>
              <a:rPr sz="750" b="0" i="0">
                <a:solidFill>
                  <a:srgbClr val="707070"/>
                </a:solidFill>
                <a:latin typeface="Viedoc Monument Grotesk"/>
              </a:rPr>
              <a:t>   QA + leads</a:t>
            </a:r>
          </a:p>
        </p:txBody>
      </p:sp>
      <p:sp>
        <p:nvSpPr>
          <p:cNvPr id="62" name="Rounded Rectangle 61"/>
          <p:cNvSpPr/>
          <p:nvPr/>
        </p:nvSpPr>
        <p:spPr>
          <a:xfrm>
            <a:off x="4023360" y="5271516"/>
            <a:ext cx="7315200" cy="146304"/>
          </a:xfrm>
          <a:prstGeom prst="roundRect">
            <a:avLst>
              <a:gd name="adj" fmla="val 35000"/>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written down</a:t>
            </a:r>
          </a:p>
        </p:txBody>
      </p:sp>
      <p:sp>
        <p:nvSpPr>
          <p:cNvPr id="63" name="TextBox 62"/>
          <p:cNvSpPr txBox="1"/>
          <p:nvPr/>
        </p:nvSpPr>
        <p:spPr>
          <a:xfrm>
            <a:off x="566928" y="54909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FF865F"/>
                </a:solidFill>
                <a:latin typeface="Viedoc Monument Grotesk"/>
              </a:rPr>
              <a:t>13  </a:t>
            </a:r>
            <a:r>
              <a:rPr sz="900" b="0" i="0">
                <a:solidFill>
                  <a:srgbClr val="111111"/>
                </a:solidFill>
                <a:latin typeface="Viedoc Monument Grotesk"/>
              </a:rPr>
              <a:t>Documents traced</a:t>
            </a:r>
            <a:r>
              <a:rPr sz="750" b="1" i="0">
                <a:solidFill>
                  <a:srgbClr val="FF865F"/>
                </a:solidFill>
                <a:latin typeface="Viedoc Monument Grotesk"/>
              </a:rPr>
              <a:t>   OPEN — needs QA</a:t>
            </a:r>
          </a:p>
        </p:txBody>
      </p:sp>
      <p:sp>
        <p:nvSpPr>
          <p:cNvPr id="64" name="Rounded Rectangle 63"/>
          <p:cNvSpPr/>
          <p:nvPr/>
        </p:nvSpPr>
        <p:spPr>
          <a:xfrm>
            <a:off x="3108960" y="5500116"/>
            <a:ext cx="7315200" cy="146304"/>
          </a:xfrm>
          <a:prstGeom prst="roundRect">
            <a:avLst>
              <a:gd name="adj" fmla="val 3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all 30 filed</a:t>
            </a:r>
          </a:p>
        </p:txBody>
      </p:sp>
      <p:sp>
        <p:nvSpPr>
          <p:cNvPr id="65" name="TextBox 64"/>
          <p:cNvSpPr txBox="1"/>
          <p:nvPr/>
        </p:nvSpPr>
        <p:spPr>
          <a:xfrm>
            <a:off x="566928" y="5719572"/>
            <a:ext cx="2468880" cy="182880"/>
          </a:xfrm>
          <a:prstGeom prst="rect">
            <a:avLst/>
          </a:prstGeom>
          <a:noFill/>
        </p:spPr>
        <p:txBody>
          <a:bodyPr wrap="square" lIns="0" tIns="0" rIns="0" bIns="0" anchor="t">
            <a:noAutofit/>
          </a:bodyPr>
          <a:lstStyle/>
          <a:p>
            <a:pPr algn="l">
              <a:lnSpc>
                <a:spcPct val="100000"/>
              </a:lnSpc>
              <a:spcBef>
                <a:spcPts val="0"/>
              </a:spcBef>
              <a:spcAft>
                <a:spcPts val="0"/>
              </a:spcAft>
            </a:pPr>
            <a:r>
              <a:rPr sz="900" b="1" i="0">
                <a:solidFill>
                  <a:srgbClr val="FF865F"/>
                </a:solidFill>
                <a:latin typeface="Viedoc Monument Grotesk"/>
              </a:rPr>
              <a:t>14  </a:t>
            </a:r>
            <a:r>
              <a:rPr sz="900" b="0" i="0">
                <a:solidFill>
                  <a:srgbClr val="111111"/>
                </a:solidFill>
                <a:latin typeface="Viedoc Monument Grotesk"/>
              </a:rPr>
              <a:t>Package publishes</a:t>
            </a:r>
            <a:r>
              <a:rPr sz="750" b="1" i="0">
                <a:solidFill>
                  <a:srgbClr val="FF865F"/>
                </a:solidFill>
                <a:latin typeface="Viedoc Monument Grotesk"/>
              </a:rPr>
              <a:t>   OPEN</a:t>
            </a:r>
          </a:p>
        </p:txBody>
      </p:sp>
      <p:sp>
        <p:nvSpPr>
          <p:cNvPr id="66" name="Rounded Rectangle 65"/>
          <p:cNvSpPr/>
          <p:nvPr/>
        </p:nvSpPr>
        <p:spPr>
          <a:xfrm>
            <a:off x="3108960" y="5728716"/>
            <a:ext cx="7315200" cy="146304"/>
          </a:xfrm>
          <a:prstGeom prst="roundRect">
            <a:avLst>
              <a:gd name="adj" fmla="val 35000"/>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wrap="square" lIns="64008" tIns="0" rIns="64008" bIns="0" rtlCol="0" anchor="ctr">
            <a:noAutofit/>
          </a:bodyPr>
          <a:lstStyle/>
          <a:p>
            <a:pPr algn="r">
              <a:lnSpc>
                <a:spcPct val="100000"/>
              </a:lnSpc>
              <a:spcBef>
                <a:spcPts val="0"/>
              </a:spcBef>
              <a:spcAft>
                <a:spcPts val="0"/>
              </a:spcAft>
            </a:pPr>
            <a:r>
              <a:rPr sz="800" b="1" i="0">
                <a:solidFill>
                  <a:srgbClr val="FFFFFF"/>
                </a:solidFill>
                <a:latin typeface="Viedoc Monument Grotesk"/>
              </a:rPr>
              <a:t>~39 packages conform</a:t>
            </a:r>
          </a:p>
        </p:txBody>
      </p:sp>
      <p:sp>
        <p:nvSpPr>
          <p:cNvPr id="67" name="TextBox 66"/>
          <p:cNvSpPr txBox="1"/>
          <p:nvPr/>
        </p:nvSpPr>
        <p:spPr>
          <a:xfrm>
            <a:off x="566928" y="6355080"/>
            <a:ext cx="11064240" cy="365760"/>
          </a:xfrm>
          <a:prstGeom prst="rect">
            <a:avLst/>
          </a:prstGeom>
          <a:noFill/>
        </p:spPr>
        <p:txBody>
          <a:bodyPr wrap="square" lIns="0" tIns="0" rIns="0" bIns="0" anchor="t">
            <a:noAutofit/>
          </a:bodyPr>
          <a:lstStyle/>
          <a:p>
            <a:pPr algn="l">
              <a:spcBef>
                <a:spcPts val="0"/>
              </a:spcBef>
              <a:spcAft>
                <a:spcPts val="0"/>
              </a:spcAft>
            </a:pPr>
            <a:r>
              <a:rPr sz="1100" b="0" i="0">
                <a:solidFill>
                  <a:srgbClr val="707070"/>
                </a:solidFill>
                <a:latin typeface="Viedoc Monument Grotesk"/>
              </a:rPr>
              <a:t>The milestone dates are set; the bars are not. Coral has no owner yet. The shaded week is Dev Days, 5–6 October. Stream 6 starts in week 2 — stream 13 walks its five documents first.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6400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What we're not doing</a:t>
            </a:r>
          </a:p>
        </p:txBody>
      </p:sp>
      <p:sp>
        <p:nvSpPr>
          <p:cNvPr id="4" name="TextBox 3"/>
          <p:cNvSpPr txBox="1"/>
          <p:nvPr/>
        </p:nvSpPr>
        <p:spPr>
          <a:xfrm>
            <a:off x="566928" y="1481328"/>
            <a:ext cx="11064240" cy="512064"/>
          </a:xfrm>
          <a:prstGeom prst="rect">
            <a:avLst/>
          </a:prstGeom>
          <a:noFill/>
        </p:spPr>
        <p:txBody>
          <a:bodyPr wrap="square" lIns="0" tIns="0" rIns="0" bIns="0" anchor="t">
            <a:noAutofit/>
          </a:bodyPr>
          <a:lstStyle/>
          <a:p>
            <a:pPr algn="l">
              <a:spcBef>
                <a:spcPts val="0"/>
              </a:spcBef>
              <a:spcAft>
                <a:spcPts val="0"/>
              </a:spcAft>
            </a:pPr>
            <a:r>
              <a:rPr sz="1400" b="0" i="0">
                <a:solidFill>
                  <a:srgbClr val="707070"/>
                </a:solidFill>
                <a:latin typeface="Viedoc Monument Grotesk"/>
              </a:rPr>
              <a:t>Named so nobody has to guess. Several of these matter more than things that are in scope — they are out because eight weeks is eight weeks.</a:t>
            </a:r>
          </a:p>
        </p:txBody>
      </p:sp>
      <p:sp>
        <p:nvSpPr>
          <p:cNvPr id="5" name="Rounded Rectangle 4"/>
          <p:cNvSpPr/>
          <p:nvPr/>
        </p:nvSpPr>
        <p:spPr>
          <a:xfrm>
            <a:off x="566928" y="2103120"/>
            <a:ext cx="5477256" cy="3913632"/>
          </a:xfrm>
          <a:prstGeom prst="roundRect">
            <a:avLst>
              <a:gd name="adj" fmla="val 5000"/>
            </a:avLst>
          </a:prstGeom>
          <a:solidFill>
            <a:srgbClr val="EEF7FC"/>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91440" rtlCol="0" anchor="t">
            <a:noAutofit/>
          </a:bodyPr>
          <a:lstStyle/>
          <a:p>
            <a:pPr algn="l">
              <a:spcBef>
                <a:spcPts val="0"/>
              </a:spcBef>
              <a:spcAft>
                <a:spcPts val="1000"/>
              </a:spcAft>
            </a:pPr>
            <a:r>
              <a:rPr sz="1400" b="1" i="0">
                <a:solidFill>
                  <a:srgbClr val="1295D8"/>
                </a:solidFill>
                <a:latin typeface="Viedoc Monument Grotesk"/>
              </a:rPr>
              <a:t>Inside the release process, deferred</a:t>
            </a:r>
          </a:p>
          <a:p>
            <a:pPr algn="l">
              <a:lnSpc>
                <a:spcPct val="114000"/>
              </a:lnSpc>
              <a:spcBef>
                <a:spcPts val="0"/>
              </a:spcBef>
              <a:spcAft>
                <a:spcPts val="700"/>
              </a:spcAft>
            </a:pPr>
            <a:r>
              <a:rPr sz="1150" b="1" i="0">
                <a:solidFill>
                  <a:srgbClr val="111111"/>
                </a:solidFill>
                <a:latin typeface="Viedoc Monument Grotesk"/>
              </a:rPr>
              <a:t>Regression testing itself  —  </a:t>
            </a:r>
            <a:r>
              <a:rPr sz="1050" b="0" i="0">
                <a:solidFill>
                  <a:srgbClr val="707070"/>
                </a:solidFill>
                <a:latin typeface="Viedoc Monument Grotesk"/>
              </a:rPr>
              <a:t>Its own topic, with Daniel B. ~175 person-hours, ~30% of a release</a:t>
            </a:r>
          </a:p>
          <a:p>
            <a:pPr algn="l">
              <a:lnSpc>
                <a:spcPct val="114000"/>
              </a:lnSpc>
              <a:spcBef>
                <a:spcPts val="0"/>
              </a:spcBef>
              <a:spcAft>
                <a:spcPts val="700"/>
              </a:spcAft>
            </a:pPr>
            <a:r>
              <a:rPr sz="1150" b="1" i="0">
                <a:solidFill>
                  <a:srgbClr val="111111"/>
                </a:solidFill>
                <a:latin typeface="Viedoc Monument Grotesk"/>
              </a:rPr>
              <a:t>The browser matrix  —  </a:t>
            </a:r>
            <a:r>
              <a:rPr sz="1050" b="0" i="0">
                <a:solidFill>
                  <a:srgbClr val="707070"/>
                </a:solidFill>
                <a:latin typeface="Viedoc Monument Grotesk"/>
              </a:rPr>
              <a:t>Its own decision, with Ganesh</a:t>
            </a:r>
          </a:p>
          <a:p>
            <a:pPr algn="l">
              <a:lnSpc>
                <a:spcPct val="114000"/>
              </a:lnSpc>
              <a:spcBef>
                <a:spcPts val="0"/>
              </a:spcBef>
              <a:spcAft>
                <a:spcPts val="700"/>
              </a:spcAft>
            </a:pPr>
            <a:r>
              <a:rPr sz="1150" b="1" i="0">
                <a:solidFill>
                  <a:srgbClr val="111111"/>
                </a:solidFill>
                <a:latin typeface="Viedoc Monument Grotesk"/>
              </a:rPr>
              <a:t>Release-note authoring and review  —  </a:t>
            </a:r>
            <a:r>
              <a:rPr sz="1050" b="0" i="0">
                <a:solidFill>
                  <a:srgbClr val="707070"/>
                </a:solidFill>
                <a:latin typeface="Viedoc Monument Grotesk"/>
              </a:rPr>
              <a:t>~60 steps and a review app. Generating them is in scope</a:t>
            </a:r>
          </a:p>
          <a:p>
            <a:pPr algn="l">
              <a:lnSpc>
                <a:spcPct val="114000"/>
              </a:lnSpc>
              <a:spcBef>
                <a:spcPts val="0"/>
              </a:spcBef>
              <a:spcAft>
                <a:spcPts val="700"/>
              </a:spcAft>
            </a:pPr>
            <a:r>
              <a:rPr sz="1150" b="1" i="0">
                <a:solidFill>
                  <a:srgbClr val="111111"/>
                </a:solidFill>
                <a:latin typeface="Viedoc Monument Grotesk"/>
              </a:rPr>
              <a:t>Translation, and Lokalise  —  </a:t>
            </a:r>
            <a:r>
              <a:rPr sz="1050" b="0" i="0">
                <a:solidFill>
                  <a:srgbClr val="707070"/>
                </a:solidFill>
                <a:latin typeface="Viedoc Monument Grotesk"/>
              </a:rPr>
              <a:t>Target two</a:t>
            </a:r>
          </a:p>
          <a:p>
            <a:pPr algn="l">
              <a:lnSpc>
                <a:spcPct val="114000"/>
              </a:lnSpc>
              <a:spcBef>
                <a:spcPts val="0"/>
              </a:spcBef>
              <a:spcAft>
                <a:spcPts val="700"/>
              </a:spcAft>
            </a:pPr>
            <a:r>
              <a:rPr sz="1150" b="1" i="0">
                <a:solidFill>
                  <a:srgbClr val="111111"/>
                </a:solidFill>
                <a:latin typeface="Viedoc Monument Grotesk"/>
              </a:rPr>
              <a:t>Viedoc Learning  —  </a:t>
            </a:r>
            <a:r>
              <a:rPr sz="1050" b="0" i="0">
                <a:solidFill>
                  <a:srgbClr val="707070"/>
                </a:solidFill>
                <a:latin typeface="Viedoc Monument Grotesk"/>
              </a:rPr>
              <a:t>Should shift left, needs Rachel and the teams to agree how</a:t>
            </a:r>
          </a:p>
          <a:p>
            <a:pPr algn="l">
              <a:lnSpc>
                <a:spcPct val="114000"/>
              </a:lnSpc>
              <a:spcBef>
                <a:spcPts val="0"/>
              </a:spcBef>
              <a:spcAft>
                <a:spcPts val="700"/>
              </a:spcAft>
            </a:pPr>
            <a:r>
              <a:rPr sz="1150" b="1" i="0">
                <a:solidFill>
                  <a:srgbClr val="111111"/>
                </a:solidFill>
                <a:latin typeface="Viedoc Monument Grotesk"/>
              </a:rPr>
              <a:t>Release setup, and the region week  —  </a:t>
            </a:r>
            <a:r>
              <a:rPr sz="1050" b="0" i="0">
                <a:solidFill>
                  <a:srgbClr val="707070"/>
                </a:solidFill>
                <a:latin typeface="Viedoc Monument Grotesk"/>
              </a:rPr>
              <a:t>Staggering regions is a business decision</a:t>
            </a:r>
          </a:p>
        </p:txBody>
      </p:sp>
      <p:sp>
        <p:nvSpPr>
          <p:cNvPr id="6" name="Rounded Rectangle 5"/>
          <p:cNvSpPr/>
          <p:nvPr/>
        </p:nvSpPr>
        <p:spPr>
          <a:xfrm>
            <a:off x="6263640" y="2103120"/>
            <a:ext cx="5477256" cy="3913632"/>
          </a:xfrm>
          <a:prstGeom prst="roundRect">
            <a:avLst>
              <a:gd name="adj" fmla="val 5000"/>
            </a:avLst>
          </a:prstGeom>
          <a:solidFill>
            <a:srgbClr val="FEF9F1"/>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146304" rIns="164592" bIns="91440" rtlCol="0" anchor="t">
            <a:noAutofit/>
          </a:bodyPr>
          <a:lstStyle/>
          <a:p>
            <a:pPr algn="l">
              <a:spcBef>
                <a:spcPts val="0"/>
              </a:spcBef>
              <a:spcAft>
                <a:spcPts val="1000"/>
              </a:spcAft>
            </a:pPr>
            <a:r>
              <a:rPr sz="1400" b="1" i="0">
                <a:solidFill>
                  <a:srgbClr val="F4B43D"/>
                </a:solidFill>
                <a:latin typeface="Viedoc Monument Grotesk"/>
              </a:rPr>
              <a:t>Technical work we could do, and are not</a:t>
            </a:r>
          </a:p>
          <a:p>
            <a:pPr algn="l">
              <a:lnSpc>
                <a:spcPct val="114000"/>
              </a:lnSpc>
              <a:spcBef>
                <a:spcPts val="0"/>
              </a:spcBef>
              <a:spcAft>
                <a:spcPts val="700"/>
              </a:spcAft>
            </a:pPr>
            <a:r>
              <a:rPr sz="1150" b="1" i="0">
                <a:solidFill>
                  <a:srgbClr val="111111"/>
                </a:solidFill>
                <a:latin typeface="Viedoc Monument Grotesk"/>
              </a:rPr>
              <a:t>Decommissioning Infrastructure  —  </a:t>
            </a:r>
            <a:r>
              <a:rPr sz="1050" b="0" i="0">
                <a:solidFill>
                  <a:srgbClr val="707070"/>
                </a:solidFill>
                <a:latin typeface="Viedoc Monument Grotesk"/>
              </a:rPr>
              <a:t>We copy out of it and stop depending on it</a:t>
            </a:r>
          </a:p>
          <a:p>
            <a:pPr algn="l">
              <a:lnSpc>
                <a:spcPct val="114000"/>
              </a:lnSpc>
              <a:spcBef>
                <a:spcPts val="0"/>
              </a:spcBef>
              <a:spcAft>
                <a:spcPts val="700"/>
              </a:spcAft>
            </a:pPr>
            <a:r>
              <a:rPr sz="1150" b="1" i="0">
                <a:solidFill>
                  <a:srgbClr val="111111"/>
                </a:solidFill>
                <a:latin typeface="Viedoc Monument Grotesk"/>
              </a:rPr>
              <a:t>The rest to Container Apps  —  </a:t>
            </a:r>
            <a:r>
              <a:rPr sz="1050" b="0" i="0">
                <a:solidFill>
                  <a:srgbClr val="707070"/>
                </a:solidFill>
                <a:latin typeface="Viedoc Monument Grotesk"/>
              </a:rPr>
              <a:t>Designer, Clinic and the others could follow the worker</a:t>
            </a:r>
          </a:p>
          <a:p>
            <a:pPr algn="l">
              <a:lnSpc>
                <a:spcPct val="114000"/>
              </a:lnSpc>
              <a:spcBef>
                <a:spcPts val="0"/>
              </a:spcBef>
              <a:spcAft>
                <a:spcPts val="700"/>
              </a:spcAft>
            </a:pPr>
            <a:r>
              <a:rPr sz="1150" b="1" i="0">
                <a:solidFill>
                  <a:srgbClr val="111111"/>
                </a:solidFill>
                <a:latin typeface="Viedoc Monument Grotesk"/>
              </a:rPr>
              <a:t>Buying an orchestration tool  —  </a:t>
            </a:r>
            <a:r>
              <a:rPr sz="1050" b="0" i="0">
                <a:solidFill>
                  <a:srgbClr val="707070"/>
                </a:solidFill>
                <a:latin typeface="Viedoc Monument Grotesk"/>
              </a:rPr>
              <a:t>Octopus Deploy raised from experience, dismissed on time</a:t>
            </a:r>
          </a:p>
          <a:p>
            <a:pPr algn="l">
              <a:lnSpc>
                <a:spcPct val="114000"/>
              </a:lnSpc>
              <a:spcBef>
                <a:spcPts val="0"/>
              </a:spcBef>
              <a:spcAft>
                <a:spcPts val="700"/>
              </a:spcAft>
            </a:pPr>
            <a:r>
              <a:rPr sz="1150" b="1" i="0">
                <a:solidFill>
                  <a:srgbClr val="111111"/>
                </a:solidFill>
                <a:latin typeface="Viedoc Monument Grotesk"/>
              </a:rPr>
              <a:t>Production container registry  —  </a:t>
            </a:r>
            <a:r>
              <a:rPr sz="1050" b="0" i="0">
                <a:solidFill>
                  <a:srgbClr val="707070"/>
                </a:solidFill>
                <a:latin typeface="Viedoc Monument Grotesk"/>
              </a:rPr>
              <a:t>Called very important. On a test subscription today</a:t>
            </a:r>
          </a:p>
          <a:p>
            <a:pPr algn="l">
              <a:lnSpc>
                <a:spcPct val="114000"/>
              </a:lnSpc>
              <a:spcBef>
                <a:spcPts val="0"/>
              </a:spcBef>
              <a:spcAft>
                <a:spcPts val="700"/>
              </a:spcAft>
            </a:pPr>
            <a:r>
              <a:rPr sz="1150" b="1" i="0">
                <a:solidFill>
                  <a:srgbClr val="111111"/>
                </a:solidFill>
                <a:latin typeface="Viedoc Monument Grotesk"/>
              </a:rPr>
              <a:t>Full one-click suite provisioning  —  </a:t>
            </a:r>
            <a:r>
              <a:rPr sz="1050" b="0" i="0">
                <a:solidFill>
                  <a:srgbClr val="707070"/>
                </a:solidFill>
                <a:latin typeface="Viedoc Monument Grotesk"/>
              </a:rPr>
              <a:t>The Bicep end goal. Larger than this project</a:t>
            </a:r>
          </a:p>
          <a:p>
            <a:pPr algn="l">
              <a:lnSpc>
                <a:spcPct val="114000"/>
              </a:lnSpc>
              <a:spcBef>
                <a:spcPts val="0"/>
              </a:spcBef>
              <a:spcAft>
                <a:spcPts val="700"/>
              </a:spcAft>
            </a:pPr>
            <a:r>
              <a:rPr sz="1150" b="1" i="0">
                <a:solidFill>
                  <a:srgbClr val="111111"/>
                </a:solidFill>
                <a:latin typeface="Viedoc Monument Grotesk"/>
              </a:rPr>
              <a:t>ProcessWire tooling, and an MCP for it  —  </a:t>
            </a:r>
            <a:r>
              <a:rPr sz="1050" b="0" i="0">
                <a:solidFill>
                  <a:srgbClr val="707070"/>
                </a:solidFill>
                <a:latin typeface="Viedoc Monument Grotesk"/>
              </a:rPr>
              <a:t>Longer than eight weeks. Rachel and Sylvia have discussed it</a:t>
            </a:r>
          </a:p>
        </p:txBody>
      </p:sp>
      <p:sp>
        <p:nvSpPr>
          <p:cNvPr id="7" name="TextBox 6"/>
          <p:cNvSpPr txBox="1"/>
          <p:nvPr/>
        </p:nvSpPr>
        <p:spPr>
          <a:xfrm>
            <a:off x="566928" y="6382512"/>
            <a:ext cx="11064240" cy="365760"/>
          </a:xfrm>
          <a:prstGeom prst="rect">
            <a:avLst/>
          </a:prstGeom>
          <a:noFill/>
        </p:spPr>
        <p:txBody>
          <a:bodyPr wrap="square" lIns="0" tIns="0" rIns="0" bIns="0" anchor="t">
            <a:noAutofit/>
          </a:bodyPr>
          <a:lstStyle/>
          <a:p>
            <a:pPr algn="l">
              <a:spcBef>
                <a:spcPts val="0"/>
              </a:spcBef>
              <a:spcAft>
                <a:spcPts val="0"/>
              </a:spcAft>
            </a:pPr>
            <a:r>
              <a:rPr sz="1100" b="0" i="0">
                <a:solidFill>
                  <a:srgbClr val="707070"/>
                </a:solidFill>
                <a:latin typeface="Viedoc Monument Grotesk"/>
              </a:rPr>
              <a:t>Three more are tabled rather than out: whether the release-approvals stage survives, whether the release branch survives, and whether the Release Certificate stays. Those get settled with QA.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640080"/>
          </a:xfrm>
        </p:spPr>
        <p:txBody>
          <a:bodyPr wrap="square" lIns="0" tIns="0" bIns="0">
            <a:noAutofit/>
          </a:bodyPr>
          <a:lstStyle/>
          <a:p>
            <a:pPr algn="l">
              <a:lnSpc>
                <a:spcPct val="98000"/>
              </a:lnSpc>
              <a:spcBef>
                <a:spcPts val="0"/>
              </a:spcBef>
              <a:spcAft>
                <a:spcPts val="0"/>
              </a:spcAft>
            </a:pPr>
            <a:r>
              <a:rPr sz="3000" b="1" i="0">
                <a:solidFill>
                  <a:srgbClr val="111111"/>
                </a:solidFill>
                <a:latin typeface="Viedoc Monument Grotesk"/>
              </a:rPr>
              <a:t>Where AI comes in</a:t>
            </a:r>
          </a:p>
        </p:txBody>
      </p:sp>
      <p:sp>
        <p:nvSpPr>
          <p:cNvPr id="4" name="TextBox 3"/>
          <p:cNvSpPr txBox="1"/>
          <p:nvPr/>
        </p:nvSpPr>
        <p:spPr>
          <a:xfrm>
            <a:off x="566928" y="1481328"/>
            <a:ext cx="11064240" cy="457200"/>
          </a:xfrm>
          <a:prstGeom prst="rect">
            <a:avLst/>
          </a:prstGeom>
          <a:noFill/>
        </p:spPr>
        <p:txBody>
          <a:bodyPr wrap="square" lIns="0" tIns="0" rIns="0" bIns="0" anchor="t">
            <a:noAutofit/>
          </a:bodyPr>
          <a:lstStyle/>
          <a:p>
            <a:pPr algn="l">
              <a:spcBef>
                <a:spcPts val="0"/>
              </a:spcBef>
              <a:spcAft>
                <a:spcPts val="0"/>
              </a:spcAft>
            </a:pPr>
            <a:r>
              <a:rPr sz="1400" b="0" i="0">
                <a:solidFill>
                  <a:srgbClr val="707070"/>
                </a:solidFill>
                <a:latin typeface="Viedoc Monument Grotesk"/>
              </a:rPr>
              <a:t>We want to lean on AI wherever it earns its place. Four places it could take real work off us. None of them are closed.</a:t>
            </a:r>
          </a:p>
        </p:txBody>
      </p:sp>
      <p:sp>
        <p:nvSpPr>
          <p:cNvPr id="5" name="Rounded Rectangle 4"/>
          <p:cNvSpPr/>
          <p:nvPr/>
        </p:nvSpPr>
        <p:spPr>
          <a:xfrm>
            <a:off x="566928" y="2212848"/>
            <a:ext cx="2697480" cy="3346704"/>
          </a:xfrm>
          <a:prstGeom prst="roundRect">
            <a:avLst>
              <a:gd name="adj" fmla="val 5000"/>
            </a:avLst>
          </a:prstGeom>
          <a:solidFill>
            <a:srgbClr val="E9F5FB"/>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bIns="91440" rtlCol="0" anchor="t">
            <a:noAutofit/>
          </a:bodyPr>
          <a:lstStyle/>
          <a:p>
            <a:pPr algn="l">
              <a:lnSpc>
                <a:spcPct val="105000"/>
              </a:lnSpc>
              <a:spcBef>
                <a:spcPts val="0"/>
              </a:spcBef>
              <a:spcAft>
                <a:spcPts val="1000"/>
              </a:spcAft>
            </a:pPr>
            <a:r>
              <a:rPr sz="1600" b="1" i="0">
                <a:solidFill>
                  <a:srgbClr val="1295D8"/>
                </a:solidFill>
                <a:latin typeface="Viedoc Monument Grotesk"/>
              </a:rPr>
              <a:t>Review what people wrote</a:t>
            </a:r>
          </a:p>
          <a:p>
            <a:pPr algn="l">
              <a:lnSpc>
                <a:spcPct val="118000"/>
              </a:lnSpc>
              <a:spcBef>
                <a:spcPts val="0"/>
              </a:spcBef>
              <a:spcAft>
                <a:spcPts val="1000"/>
              </a:spcAft>
            </a:pPr>
            <a:r>
              <a:rPr sz="1300" b="0" i="0">
                <a:solidFill>
                  <a:srgbClr val="111111"/>
                </a:solidFill>
                <a:latin typeface="Viedoc Monument Grotesk"/>
              </a:rPr>
              <a:t>Do the acceptance criteria make sense against the test cases? Do the test results actually describe each step? A static gate can only check that a field is filled in.</a:t>
            </a:r>
          </a:p>
          <a:p>
            <a:pPr algn="l">
              <a:lnSpc>
                <a:spcPct val="116000"/>
              </a:lnSpc>
              <a:spcBef>
                <a:spcPts val="0"/>
              </a:spcBef>
              <a:spcAft>
                <a:spcPts val="0"/>
              </a:spcAft>
            </a:pPr>
            <a:r>
              <a:rPr sz="1200" b="1" i="0">
                <a:solidFill>
                  <a:srgbClr val="1295D8"/>
                </a:solidFill>
                <a:latin typeface="Viedoc Monument Grotesk"/>
              </a:rPr>
              <a:t>It is the reason to build PR validation centrally and once, instead of a copy of the YAML in 100+ repos.</a:t>
            </a:r>
          </a:p>
        </p:txBody>
      </p:sp>
      <p:sp>
        <p:nvSpPr>
          <p:cNvPr id="6" name="Rounded Rectangle 5"/>
          <p:cNvSpPr/>
          <p:nvPr/>
        </p:nvSpPr>
        <p:spPr>
          <a:xfrm>
            <a:off x="3355848" y="2212848"/>
            <a:ext cx="2697480" cy="3346704"/>
          </a:xfrm>
          <a:prstGeom prst="roundRect">
            <a:avLst>
              <a:gd name="adj" fmla="val 5000"/>
            </a:avLst>
          </a:prstGeom>
          <a:solidFill>
            <a:srgbClr val="F4F3FA"/>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bIns="91440" rtlCol="0" anchor="t">
            <a:noAutofit/>
          </a:bodyPr>
          <a:lstStyle/>
          <a:p>
            <a:pPr algn="l">
              <a:lnSpc>
                <a:spcPct val="105000"/>
              </a:lnSpc>
              <a:spcBef>
                <a:spcPts val="0"/>
              </a:spcBef>
              <a:spcAft>
                <a:spcPts val="1000"/>
              </a:spcAft>
            </a:pPr>
            <a:r>
              <a:rPr sz="1600" b="1" i="0">
                <a:solidFill>
                  <a:srgbClr val="8E7DD2"/>
                </a:solidFill>
                <a:latin typeface="Viedoc Monument Grotesk"/>
              </a:rPr>
              <a:t>Review the whole binder</a:t>
            </a:r>
          </a:p>
          <a:p>
            <a:pPr algn="l">
              <a:lnSpc>
                <a:spcPct val="118000"/>
              </a:lnSpc>
              <a:spcBef>
                <a:spcPts val="0"/>
              </a:spcBef>
              <a:spcAft>
                <a:spcPts val="1000"/>
              </a:spcAft>
            </a:pPr>
            <a:r>
              <a:rPr sz="1300" b="0" i="0">
                <a:solidFill>
                  <a:srgbClr val="111111"/>
                </a:solidFill>
                <a:latin typeface="Viedoc Monument Grotesk"/>
              </a:rPr>
              <a:t>Eventually, whether a release's documentation holds together as a set — not just that each document exists and each field has something in it.</a:t>
            </a:r>
          </a:p>
          <a:p>
            <a:pPr algn="l">
              <a:lnSpc>
                <a:spcPct val="116000"/>
              </a:lnSpc>
              <a:spcBef>
                <a:spcPts val="0"/>
              </a:spcBef>
              <a:spcAft>
                <a:spcPts val="0"/>
              </a:spcAft>
            </a:pPr>
            <a:r>
              <a:rPr sz="1200" b="1" i="0">
                <a:solidFill>
                  <a:srgbClr val="8E7DD2"/>
                </a:solidFill>
                <a:latin typeface="Viedoc Monument Grotesk"/>
              </a:rPr>
              <a:t>Nothing else in the plan waits on it.</a:t>
            </a:r>
          </a:p>
        </p:txBody>
      </p:sp>
      <p:sp>
        <p:nvSpPr>
          <p:cNvPr id="7" name="Rounded Rectangle 6"/>
          <p:cNvSpPr/>
          <p:nvPr/>
        </p:nvSpPr>
        <p:spPr>
          <a:xfrm>
            <a:off x="6144768" y="2212848"/>
            <a:ext cx="2697480" cy="3346704"/>
          </a:xfrm>
          <a:prstGeom prst="roundRect">
            <a:avLst>
              <a:gd name="adj" fmla="val 5000"/>
            </a:avLst>
          </a:prstGeom>
          <a:solidFill>
            <a:srgbClr val="F3F9F6"/>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bIns="91440" rtlCol="0" anchor="t">
            <a:noAutofit/>
          </a:bodyPr>
          <a:lstStyle/>
          <a:p>
            <a:pPr algn="l">
              <a:lnSpc>
                <a:spcPct val="105000"/>
              </a:lnSpc>
              <a:spcBef>
                <a:spcPts val="0"/>
              </a:spcBef>
              <a:spcAft>
                <a:spcPts val="1000"/>
              </a:spcAft>
            </a:pPr>
            <a:r>
              <a:rPr sz="1600" b="1" i="0">
                <a:solidFill>
                  <a:srgbClr val="7DC6A0"/>
                </a:solidFill>
                <a:latin typeface="Viedoc Monument Grotesk"/>
              </a:rPr>
              <a:t>Prompts are artifacts</a:t>
            </a:r>
          </a:p>
          <a:p>
            <a:pPr algn="l">
              <a:lnSpc>
                <a:spcPct val="118000"/>
              </a:lnSpc>
              <a:spcBef>
                <a:spcPts val="0"/>
              </a:spcBef>
              <a:spcAft>
                <a:spcPts val="1000"/>
              </a:spcAft>
            </a:pPr>
            <a:r>
              <a:rPr sz="1300" b="0" i="0">
                <a:solidFill>
                  <a:srgbClr val="111111"/>
                </a:solidFill>
                <a:latin typeface="Viedoc Monument Grotesk"/>
              </a:rPr>
              <a:t>They live in the repository and are versioned and reviewed like anything else we ship.</a:t>
            </a:r>
          </a:p>
          <a:p>
            <a:pPr algn="l">
              <a:lnSpc>
                <a:spcPct val="116000"/>
              </a:lnSpc>
              <a:spcBef>
                <a:spcPts val="0"/>
              </a:spcBef>
              <a:spcAft>
                <a:spcPts val="0"/>
              </a:spcAft>
            </a:pPr>
            <a:r>
              <a:rPr sz="1200" b="1" i="0">
                <a:solidFill>
                  <a:srgbClr val="7DC6A0"/>
                </a:solidFill>
                <a:latin typeface="Viedoc Monument Grotesk"/>
              </a:rPr>
              <a:t>Mechanics are open: an agent installed on the build agent, a pre-built image, or just an API call. Blocking nothing.</a:t>
            </a:r>
          </a:p>
        </p:txBody>
      </p:sp>
      <p:sp>
        <p:nvSpPr>
          <p:cNvPr id="8" name="Rounded Rectangle 7"/>
          <p:cNvSpPr/>
          <p:nvPr/>
        </p:nvSpPr>
        <p:spPr>
          <a:xfrm>
            <a:off x="8933688" y="2212848"/>
            <a:ext cx="2697480" cy="3346704"/>
          </a:xfrm>
          <a:prstGeom prst="roundRect">
            <a:avLst>
              <a:gd name="adj" fmla="val 5000"/>
            </a:avLst>
          </a:prstGeom>
          <a:solidFill>
            <a:srgbClr val="FEF8ED"/>
          </a:solidFill>
          <a:ln>
            <a:noFill/>
          </a:ln>
          <a:effectLst/>
        </p:spPr>
        <p:style>
          <a:lnRef idx="1">
            <a:schemeClr val="accent1"/>
          </a:lnRef>
          <a:fillRef idx="3">
            <a:schemeClr val="accent1"/>
          </a:fillRef>
          <a:effectRef idx="2">
            <a:schemeClr val="accent1"/>
          </a:effectRef>
          <a:fontRef idx="minor">
            <a:schemeClr val="lt1"/>
          </a:fontRef>
        </p:style>
        <p:txBody>
          <a:bodyPr wrap="square" lIns="146304" tIns="164592" rIns="146304" bIns="91440" rtlCol="0" anchor="t">
            <a:noAutofit/>
          </a:bodyPr>
          <a:lstStyle/>
          <a:p>
            <a:pPr algn="l">
              <a:lnSpc>
                <a:spcPct val="105000"/>
              </a:lnSpc>
              <a:spcBef>
                <a:spcPts val="0"/>
              </a:spcBef>
              <a:spcAft>
                <a:spcPts val="1000"/>
              </a:spcAft>
            </a:pPr>
            <a:r>
              <a:rPr sz="1600" b="1" i="0">
                <a:solidFill>
                  <a:srgbClr val="F4B43D"/>
                </a:solidFill>
                <a:latin typeface="Viedoc Monument Grotesk"/>
              </a:rPr>
              <a:t>Help run a release end to end</a:t>
            </a:r>
          </a:p>
          <a:p>
            <a:pPr algn="l">
              <a:lnSpc>
                <a:spcPct val="118000"/>
              </a:lnSpc>
              <a:spcBef>
                <a:spcPts val="0"/>
              </a:spcBef>
              <a:spcAft>
                <a:spcPts val="1000"/>
              </a:spcAft>
            </a:pPr>
            <a:r>
              <a:rPr sz="1300" b="0" i="0">
                <a:solidFill>
                  <a:srgbClr val="111111"/>
                </a:solidFill>
                <a:latin typeface="Viedoc Monument Grotesk"/>
              </a:rPr>
              <a:t>An agent that drives the chain: queues what comes next, reads why something failed, restarts that part, and comes to a person only when it needs one.</a:t>
            </a:r>
          </a:p>
          <a:p>
            <a:pPr algn="l">
              <a:lnSpc>
                <a:spcPct val="116000"/>
              </a:lnSpc>
              <a:spcBef>
                <a:spcPts val="0"/>
              </a:spcBef>
              <a:spcAft>
                <a:spcPts val="0"/>
              </a:spcAft>
            </a:pPr>
            <a:r>
              <a:rPr sz="1200" b="1" i="0">
                <a:solidFill>
                  <a:srgbClr val="F4B43D"/>
                </a:solidFill>
                <a:latin typeface="Viedoc Monument Grotesk"/>
              </a:rPr>
              <a:t>A release skill plus a release repository is the near-term shape. How far it goes is open.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h4.jpg"/>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566928" y="2743200"/>
            <a:ext cx="6766560" cy="1554480"/>
          </a:xfrm>
        </p:spPr>
        <p:txBody>
          <a:bodyPr wrap="square" lIns="0" tIns="0" bIns="0">
            <a:noAutofit/>
          </a:bodyPr>
          <a:lstStyle/>
          <a:p>
            <a:pPr algn="l">
              <a:lnSpc>
                <a:spcPct val="95000"/>
              </a:lnSpc>
              <a:spcBef>
                <a:spcPts val="0"/>
              </a:spcBef>
              <a:spcAft>
                <a:spcPts val="0"/>
              </a:spcAft>
            </a:pPr>
            <a:r>
              <a:rPr sz="4400" b="1" i="0">
                <a:solidFill>
                  <a:srgbClr val="FFFFFF"/>
                </a:solidFill>
                <a:latin typeface="Viedoc Monument Grotesk"/>
              </a:rPr>
              <a:t>What we need
from you</a:t>
            </a:r>
          </a:p>
        </p:txBody>
      </p:sp>
      <p:sp>
        <p:nvSpPr>
          <p:cNvPr id="4" name="TextBox 3"/>
          <p:cNvSpPr txBox="1"/>
          <p:nvPr/>
        </p:nvSpPr>
        <p:spPr>
          <a:xfrm>
            <a:off x="566928" y="2176272"/>
            <a:ext cx="6766560" cy="384048"/>
          </a:xfrm>
          <a:prstGeom prst="rect">
            <a:avLst/>
          </a:prstGeom>
          <a:noFill/>
        </p:spPr>
        <p:txBody>
          <a:bodyPr wrap="square" lIns="0" tIns="0" rIns="0" bIns="0" anchor="t">
            <a:noAutofit/>
          </a:bodyPr>
          <a:lstStyle/>
          <a:p>
            <a:pPr algn="l">
              <a:spcBef>
                <a:spcPts val="0"/>
              </a:spcBef>
              <a:spcAft>
                <a:spcPts val="0"/>
              </a:spcAft>
            </a:pPr>
            <a:r>
              <a:rPr sz="1500" b="1" i="0">
                <a:solidFill>
                  <a:srgbClr val="F4B43D"/>
                </a:solidFill>
                <a:latin typeface="Viedoc Monument Grotesk"/>
              </a:rPr>
              <a:t>PART FOUR</a:t>
            </a:r>
          </a:p>
        </p:txBody>
      </p:sp>
      <p:sp>
        <p:nvSpPr>
          <p:cNvPr id="5" name="TextBox 4"/>
          <p:cNvSpPr txBox="1"/>
          <p:nvPr/>
        </p:nvSpPr>
        <p:spPr>
          <a:xfrm>
            <a:off x="566928" y="4343400"/>
            <a:ext cx="7863840" cy="1188720"/>
          </a:xfrm>
          <a:prstGeom prst="rect">
            <a:avLst/>
          </a:prstGeom>
          <a:noFill/>
        </p:spPr>
        <p:txBody>
          <a:bodyPr wrap="square" lIns="0" tIns="0" rIns="0" bIns="0" anchor="t">
            <a:noAutofit/>
          </a:bodyPr>
          <a:lstStyle/>
          <a:p>
            <a:pPr algn="l">
              <a:lnSpc>
                <a:spcPct val="115000"/>
              </a:lnSpc>
              <a:spcBef>
                <a:spcPts val="0"/>
              </a:spcBef>
              <a:spcAft>
                <a:spcPts val="0"/>
              </a:spcAft>
            </a:pPr>
            <a:r>
              <a:rPr sz="1600" b="0" i="0">
                <a:solidFill>
                  <a:srgbClr val="FFFFFF"/>
                </a:solidFill>
                <a:latin typeface="Viedoc Monument Grotesk"/>
              </a:rPr>
              <a:t>Work starts Tuesday 1 September.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66928" y="868680"/>
            <a:ext cx="11064240" cy="640080"/>
          </a:xfrm>
        </p:spPr>
        <p:txBody>
          <a:bodyPr wrap="square" lIns="0" tIns="0" bIns="0">
            <a:noAutofit/>
          </a:bodyPr>
          <a:lstStyle/>
          <a:p>
            <a:pPr algn="l">
              <a:lnSpc>
                <a:spcPct val="98000"/>
              </a:lnSpc>
              <a:spcBef>
                <a:spcPts val="0"/>
              </a:spcBef>
              <a:spcAft>
                <a:spcPts val="0"/>
              </a:spcAft>
            </a:pPr>
            <a:r>
              <a:rPr sz="3200" b="1" i="0">
                <a:solidFill>
                  <a:srgbClr val="111111"/>
                </a:solidFill>
                <a:latin typeface="Viedoc Monument Grotesk"/>
              </a:rPr>
              <a:t>What we need today</a:t>
            </a:r>
          </a:p>
        </p:txBody>
      </p:sp>
      <p:sp>
        <p:nvSpPr>
          <p:cNvPr id="4" name="Oval 3"/>
          <p:cNvSpPr/>
          <p:nvPr/>
        </p:nvSpPr>
        <p:spPr>
          <a:xfrm>
            <a:off x="566928" y="1947672"/>
            <a:ext cx="420624" cy="420624"/>
          </a:xfrm>
          <a:prstGeom prst="ellipse">
            <a:avLst/>
          </a:prstGeom>
          <a:solidFill>
            <a:srgbClr val="FF86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600" b="1" i="0">
                <a:solidFill>
                  <a:srgbClr val="FFFFFF"/>
                </a:solidFill>
                <a:latin typeface="Viedoc Monument Grotesk"/>
              </a:rPr>
              <a:t>1</a:t>
            </a:r>
          </a:p>
        </p:txBody>
      </p:sp>
      <p:sp>
        <p:nvSpPr>
          <p:cNvPr id="5" name="TextBox 4"/>
          <p:cNvSpPr txBox="1"/>
          <p:nvPr/>
        </p:nvSpPr>
        <p:spPr>
          <a:xfrm>
            <a:off x="1170432" y="1920240"/>
            <a:ext cx="10424160" cy="987552"/>
          </a:xfrm>
          <a:prstGeom prst="rect">
            <a:avLst/>
          </a:prstGeom>
          <a:noFill/>
        </p:spPr>
        <p:txBody>
          <a:bodyPr wrap="square" lIns="0" tIns="0" rIns="0" bIns="0" anchor="t">
            <a:noAutofit/>
          </a:bodyPr>
          <a:lstStyle/>
          <a:p>
            <a:pPr algn="l">
              <a:lnSpc>
                <a:spcPct val="100000"/>
              </a:lnSpc>
              <a:spcBef>
                <a:spcPts val="0"/>
              </a:spcBef>
              <a:spcAft>
                <a:spcPts val="0"/>
              </a:spcAft>
            </a:pPr>
            <a:r>
              <a:rPr sz="1600" b="1" i="0">
                <a:solidFill>
                  <a:srgbClr val="111111"/>
                </a:solidFill>
                <a:latin typeface="Viedoc Monument Grotesk"/>
              </a:rPr>
              <a:t>Put your name on one of the six</a:t>
            </a:r>
          </a:p>
          <a:p>
            <a:pPr algn="l">
              <a:lnSpc>
                <a:spcPct val="116000"/>
              </a:lnSpc>
              <a:spcBef>
                <a:spcPts val="400"/>
              </a:spcBef>
              <a:spcAft>
                <a:spcPts val="0"/>
              </a:spcAft>
            </a:pPr>
            <a:r>
              <a:rPr sz="1200" b="0" i="0">
                <a:solidFill>
                  <a:srgbClr val="707070"/>
                </a:solidFill>
                <a:latin typeface="Viedoc Monument Grotesk"/>
              </a:rPr>
              <a:t>Streams 6, 7, 9, 10, 13 and 14. Pick the one you want — we are not assigning them. Surplus goes to stream 8's conformance work, not to streams that already have an owner.</a:t>
            </a:r>
          </a:p>
        </p:txBody>
      </p:sp>
      <p:sp>
        <p:nvSpPr>
          <p:cNvPr id="6" name="Oval 5"/>
          <p:cNvSpPr/>
          <p:nvPr/>
        </p:nvSpPr>
        <p:spPr>
          <a:xfrm>
            <a:off x="566928" y="2971800"/>
            <a:ext cx="420624" cy="420624"/>
          </a:xfrm>
          <a:prstGeom prst="ellipse">
            <a:avLst/>
          </a:prstGeom>
          <a:solidFill>
            <a:srgbClr val="1295D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600" b="1" i="0">
                <a:solidFill>
                  <a:srgbClr val="FFFFFF"/>
                </a:solidFill>
                <a:latin typeface="Viedoc Monument Grotesk"/>
              </a:rPr>
              <a:t>2</a:t>
            </a:r>
          </a:p>
        </p:txBody>
      </p:sp>
      <p:sp>
        <p:nvSpPr>
          <p:cNvPr id="7" name="TextBox 6"/>
          <p:cNvSpPr txBox="1"/>
          <p:nvPr/>
        </p:nvSpPr>
        <p:spPr>
          <a:xfrm>
            <a:off x="1170432" y="2944368"/>
            <a:ext cx="10424160" cy="987552"/>
          </a:xfrm>
          <a:prstGeom prst="rect">
            <a:avLst/>
          </a:prstGeom>
          <a:noFill/>
        </p:spPr>
        <p:txBody>
          <a:bodyPr wrap="square" lIns="0" tIns="0" rIns="0" bIns="0" anchor="t">
            <a:noAutofit/>
          </a:bodyPr>
          <a:lstStyle/>
          <a:p>
            <a:pPr algn="l">
              <a:lnSpc>
                <a:spcPct val="100000"/>
              </a:lnSpc>
              <a:spcBef>
                <a:spcPts val="0"/>
              </a:spcBef>
              <a:spcAft>
                <a:spcPts val="0"/>
              </a:spcAft>
            </a:pPr>
            <a:r>
              <a:rPr sz="1600" b="1" i="0">
                <a:solidFill>
                  <a:srgbClr val="111111"/>
                </a:solidFill>
                <a:latin typeface="Viedoc Monument Grotesk"/>
              </a:rPr>
              <a:t>If you're on a long stream, tell us what fits in eight weeks</a:t>
            </a:r>
          </a:p>
          <a:p>
            <a:pPr algn="l">
              <a:lnSpc>
                <a:spcPct val="116000"/>
              </a:lnSpc>
              <a:spcBef>
                <a:spcPts val="400"/>
              </a:spcBef>
              <a:spcAft>
                <a:spcPts val="0"/>
              </a:spcAft>
            </a:pPr>
            <a:r>
              <a:rPr sz="1200" b="0" i="0">
                <a:solidFill>
                  <a:srgbClr val="707070"/>
                </a:solidFill>
                <a:latin typeface="Viedoc Monument Grotesk"/>
              </a:rPr>
              <a:t>PQ, infrastructure as code, PDF generation and the worker run the whole project. One question up front — what can you deliver by 30 October — then weekly on track or not.</a:t>
            </a:r>
          </a:p>
        </p:txBody>
      </p:sp>
      <p:sp>
        <p:nvSpPr>
          <p:cNvPr id="8" name="Oval 7"/>
          <p:cNvSpPr/>
          <p:nvPr/>
        </p:nvSpPr>
        <p:spPr>
          <a:xfrm>
            <a:off x="566928" y="3995928"/>
            <a:ext cx="420624" cy="420624"/>
          </a:xfrm>
          <a:prstGeom prst="ellipse">
            <a:avLst/>
          </a:prstGeom>
          <a:solidFill>
            <a:srgbClr val="7DC6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600" b="1" i="0">
                <a:solidFill>
                  <a:srgbClr val="FFFFFF"/>
                </a:solidFill>
                <a:latin typeface="Viedoc Monument Grotesk"/>
              </a:rPr>
              <a:t>3</a:t>
            </a:r>
          </a:p>
        </p:txBody>
      </p:sp>
      <p:sp>
        <p:nvSpPr>
          <p:cNvPr id="9" name="TextBox 8"/>
          <p:cNvSpPr txBox="1"/>
          <p:nvPr/>
        </p:nvSpPr>
        <p:spPr>
          <a:xfrm>
            <a:off x="1170432" y="3968496"/>
            <a:ext cx="10424160" cy="987552"/>
          </a:xfrm>
          <a:prstGeom prst="rect">
            <a:avLst/>
          </a:prstGeom>
          <a:noFill/>
        </p:spPr>
        <p:txBody>
          <a:bodyPr wrap="square" lIns="0" tIns="0" rIns="0" bIns="0" anchor="t">
            <a:noAutofit/>
          </a:bodyPr>
          <a:lstStyle/>
          <a:p>
            <a:pPr algn="l">
              <a:lnSpc>
                <a:spcPct val="100000"/>
              </a:lnSpc>
              <a:spcBef>
                <a:spcPts val="0"/>
              </a:spcBef>
              <a:spcAft>
                <a:spcPts val="0"/>
              </a:spcAft>
            </a:pPr>
            <a:r>
              <a:rPr sz="1600" b="1" i="0">
                <a:solidFill>
                  <a:srgbClr val="111111"/>
                </a:solidFill>
                <a:latin typeface="Viedoc Monument Grotesk"/>
              </a:rPr>
              <a:t>QA in the room for the document walk</a:t>
            </a:r>
          </a:p>
          <a:p>
            <a:pPr algn="l">
              <a:lnSpc>
                <a:spcPct val="116000"/>
              </a:lnSpc>
              <a:spcBef>
                <a:spcPts val="400"/>
              </a:spcBef>
              <a:spcAft>
                <a:spcPts val="0"/>
              </a:spcAft>
            </a:pPr>
            <a:r>
              <a:rPr sz="1200" b="0" i="0">
                <a:solidFill>
                  <a:srgbClr val="707070"/>
                </a:solidFill>
                <a:latin typeface="Viedoc Monument Grotesk"/>
              </a:rPr>
              <a:t>Thirty documents, one at a time: what is it for, can we avoid it, what is it generated from. Stream 6's five come first, in week 1 — it cannot write code until they are done. The rest by 18 September. Stream 13 cannot be done by a team alone.</a:t>
            </a:r>
          </a:p>
        </p:txBody>
      </p:sp>
      <p:sp>
        <p:nvSpPr>
          <p:cNvPr id="10" name="Oval 9"/>
          <p:cNvSpPr/>
          <p:nvPr/>
        </p:nvSpPr>
        <p:spPr>
          <a:xfrm>
            <a:off x="566928" y="5020056"/>
            <a:ext cx="420624" cy="420624"/>
          </a:xfrm>
          <a:prstGeom prst="ellipse">
            <a:avLst/>
          </a:prstGeom>
          <a:solidFill>
            <a:srgbClr val="8E7DD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lnSpc>
                <a:spcPct val="90000"/>
              </a:lnSpc>
              <a:spcBef>
                <a:spcPts val="0"/>
              </a:spcBef>
              <a:spcAft>
                <a:spcPts val="0"/>
              </a:spcAft>
            </a:pPr>
            <a:r>
              <a:rPr sz="1600" b="1" i="0">
                <a:solidFill>
                  <a:srgbClr val="FFFFFF"/>
                </a:solidFill>
                <a:latin typeface="Viedoc Monument Grotesk"/>
              </a:rPr>
              <a:t>4</a:t>
            </a:r>
          </a:p>
        </p:txBody>
      </p:sp>
      <p:sp>
        <p:nvSpPr>
          <p:cNvPr id="11" name="TextBox 10"/>
          <p:cNvSpPr txBox="1"/>
          <p:nvPr/>
        </p:nvSpPr>
        <p:spPr>
          <a:xfrm>
            <a:off x="1170432" y="4992624"/>
            <a:ext cx="10424160" cy="987552"/>
          </a:xfrm>
          <a:prstGeom prst="rect">
            <a:avLst/>
          </a:prstGeom>
          <a:noFill/>
        </p:spPr>
        <p:txBody>
          <a:bodyPr wrap="square" lIns="0" tIns="0" rIns="0" bIns="0" anchor="t">
            <a:noAutofit/>
          </a:bodyPr>
          <a:lstStyle/>
          <a:p>
            <a:pPr algn="l">
              <a:lnSpc>
                <a:spcPct val="100000"/>
              </a:lnSpc>
              <a:spcBef>
                <a:spcPts val="0"/>
              </a:spcBef>
              <a:spcAft>
                <a:spcPts val="0"/>
              </a:spcAft>
            </a:pPr>
            <a:r>
              <a:rPr sz="1600" b="1" i="0">
                <a:solidFill>
                  <a:srgbClr val="111111"/>
                </a:solidFill>
                <a:latin typeface="Viedoc Monument Grotesk"/>
              </a:rPr>
              <a:t>Read the plan and tell us what's wrong</a:t>
            </a:r>
          </a:p>
          <a:p>
            <a:pPr algn="l">
              <a:lnSpc>
                <a:spcPct val="116000"/>
              </a:lnSpc>
              <a:spcBef>
                <a:spcPts val="400"/>
              </a:spcBef>
              <a:spcAft>
                <a:spcPts val="0"/>
              </a:spcAft>
            </a:pPr>
            <a:r>
              <a:rPr sz="1200" b="0" i="0">
                <a:solidFill>
                  <a:srgbClr val="707070"/>
                </a:solidFill>
                <a:latin typeface="Viedoc Monument Grotesk"/>
              </a:rPr>
              <a:t>PLAN.md §3 is your stream — what lands, when it's done. §4 is what we are deliberately not doing. That is the read for everyone. The other three — pipelines.md, pipeline-specs.md, documents.md — are reference for whoever writes the pipelines. All four are in the Delivery repo, and nothing in them is agreed, which is what they are for.</a:t>
            </a:r>
          </a:p>
        </p:txBody>
      </p:sp>
      <p:sp>
        <p:nvSpPr>
          <p:cNvPr id="12" name="Rounded Rectangle 11"/>
          <p:cNvSpPr/>
          <p:nvPr/>
        </p:nvSpPr>
        <p:spPr>
          <a:xfrm>
            <a:off x="566928" y="6053328"/>
            <a:ext cx="11064240" cy="603504"/>
          </a:xfrm>
          <a:prstGeom prst="roundRect">
            <a:avLst>
              <a:gd name="adj" fmla="val 5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ctr">
            <a:noAutofit/>
          </a:bodyPr>
          <a:lstStyle/>
          <a:p>
            <a:pPr algn="l">
              <a:lnSpc>
                <a:spcPct val="110000"/>
              </a:lnSpc>
              <a:spcBef>
                <a:spcPts val="0"/>
              </a:spcBef>
              <a:spcAft>
                <a:spcPts val="0"/>
              </a:spcAft>
            </a:pPr>
            <a:r>
              <a:rPr sz="1200" b="1" i="0">
                <a:solidFill>
                  <a:srgbClr val="111111"/>
                </a:solidFill>
                <a:latin typeface="Viedoc Monument Grotesk"/>
              </a:rPr>
              <a:t>How we run it.  </a:t>
            </a:r>
            <a:r>
              <a:rPr sz="1200" b="0" i="0">
                <a:solidFill>
                  <a:srgbClr val="707070"/>
                </a:solidFill>
                <a:latin typeface="Viedoc Monument Grotesk"/>
              </a:rPr>
              <a:t>Core team Mondays, 30 minutes — set the week and clear blockers. Fridays, 60 minutes — walk the line and tick off what landed. We post after every drill; which channel is still to be decided.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end.jpg"/>
          <p:cNvPicPr>
            <a:picLocks noChangeAspect="1"/>
          </p:cNvPicPr>
          <p:nvPr/>
        </p:nvPicPr>
        <p:blipFill>
          <a:blip r:embed="rId3"/>
          <a:stretch>
            <a:fillRect/>
          </a:stretch>
        </p:blipFill>
        <p:spPr>
          <a:xfrm>
            <a:off x="0" y="0"/>
            <a:ext cx="12192000" cy="6858000"/>
          </a:xfrm>
          <a:prstGeom prst="rect">
            <a:avLst/>
          </a:prstGeom>
        </p:spPr>
      </p:pic>
      <p:sp>
        <p:nvSpPr>
          <p:cNvPr id="2" name="Title 1"/>
          <p:cNvSpPr>
            <a:spLocks noGrp="1"/>
          </p:cNvSpPr>
          <p:nvPr>
            <p:ph type="title"/>
          </p:nvPr>
        </p:nvSpPr>
        <p:spPr>
          <a:xfrm>
            <a:off x="566928" y="2926080"/>
            <a:ext cx="6766560" cy="960120"/>
          </a:xfrm>
        </p:spPr>
        <p:txBody>
          <a:bodyPr wrap="square" lIns="0" tIns="0" bIns="0">
            <a:noAutofit/>
          </a:bodyPr>
          <a:lstStyle/>
          <a:p>
            <a:pPr algn="l">
              <a:lnSpc>
                <a:spcPct val="95000"/>
              </a:lnSpc>
              <a:spcBef>
                <a:spcPts val="0"/>
              </a:spcBef>
              <a:spcAft>
                <a:spcPts val="0"/>
              </a:spcAft>
            </a:pPr>
            <a:r>
              <a:rPr sz="4600" b="1" i="0">
                <a:solidFill>
                  <a:srgbClr val="FFFFFF"/>
                </a:solidFill>
                <a:latin typeface="Viedoc Monument Grotesk"/>
              </a:rPr>
              <a:t>Questions?</a:t>
            </a:r>
          </a:p>
        </p:txBody>
      </p:sp>
      <p:sp>
        <p:nvSpPr>
          <p:cNvPr id="4" name="TextBox 3"/>
          <p:cNvSpPr txBox="1"/>
          <p:nvPr/>
        </p:nvSpPr>
        <p:spPr>
          <a:xfrm>
            <a:off x="566928" y="2359152"/>
            <a:ext cx="6766560" cy="384048"/>
          </a:xfrm>
          <a:prstGeom prst="rect">
            <a:avLst/>
          </a:prstGeom>
          <a:noFill/>
        </p:spPr>
        <p:txBody>
          <a:bodyPr wrap="square" lIns="0" tIns="0" rIns="0" bIns="0" anchor="t">
            <a:noAutofit/>
          </a:bodyPr>
          <a:lstStyle/>
          <a:p>
            <a:pPr algn="l">
              <a:spcBef>
                <a:spcPts val="0"/>
              </a:spcBef>
              <a:spcAft>
                <a:spcPts val="0"/>
              </a:spcAft>
            </a:pPr>
            <a:r>
              <a:rPr sz="1500" b="1" i="0">
                <a:solidFill>
                  <a:srgbClr val="F4B43D"/>
                </a:solidFill>
                <a:latin typeface="Viedoc Monument Grotesk"/>
              </a:rPr>
              <a:t>THANK YOU</a:t>
            </a:r>
          </a:p>
        </p:txBody>
      </p:sp>
      <p:sp>
        <p:nvSpPr>
          <p:cNvPr id="5" name="TextBox 4"/>
          <p:cNvSpPr txBox="1"/>
          <p:nvPr/>
        </p:nvSpPr>
        <p:spPr>
          <a:xfrm>
            <a:off x="566928" y="3931920"/>
            <a:ext cx="7863840" cy="1188720"/>
          </a:xfrm>
          <a:prstGeom prst="rect">
            <a:avLst/>
          </a:prstGeom>
          <a:noFill/>
        </p:spPr>
        <p:txBody>
          <a:bodyPr wrap="square" lIns="0" tIns="0" rIns="0" bIns="0" anchor="t">
            <a:noAutofit/>
          </a:bodyPr>
          <a:lstStyle/>
          <a:p>
            <a:pPr algn="l">
              <a:lnSpc>
                <a:spcPct val="115000"/>
              </a:lnSpc>
              <a:spcBef>
                <a:spcPts val="0"/>
              </a:spcBef>
              <a:spcAft>
                <a:spcPts val="0"/>
              </a:spcAft>
            </a:pPr>
            <a:r>
              <a:rPr sz="1800" b="0" i="0">
                <a:solidFill>
                  <a:srgbClr val="FFFFFF"/>
                </a:solidFill>
                <a:latin typeface="Viedoc Monument Grotesk"/>
              </a:rPr>
              <a:t>And if you want one of the six, now is the moment.</a:t>
            </a:r>
          </a:p>
          <a:p>
            <a:pPr algn="l">
              <a:lnSpc>
                <a:spcPct val="115000"/>
              </a:lnSpc>
              <a:spcBef>
                <a:spcPts val="700"/>
              </a:spcBef>
              <a:spcAft>
                <a:spcPts val="0"/>
              </a:spcAft>
            </a:pPr>
            <a:r>
              <a:rPr sz="1400" b="0" i="0">
                <a:solidFill>
                  <a:srgbClr val="FFFFFF"/>
                </a:solidFill>
                <a:latin typeface="Viedoc Monument Grotesk"/>
              </a:rPr>
              <a:t>Daybreak  ·  1 September – 30 October 2026</a:t>
            </a:r>
          </a:p>
        </p:txBody>
      </p:sp>
    </p:spTree>
  </p:cSld>
  <p:clrMapOvr>
    <a:masterClrMapping/>
  </p:clrMapOvr>
</p:sld>
</file>

<file path=ppt/theme/theme1.xml><?xml version="1.0" encoding="utf-8"?>
<a:theme xmlns:a="http://schemas.openxmlformats.org/drawingml/2006/main" name="2_Viedoc 2024">
  <a:themeElements>
    <a:clrScheme name="Viedoc">
      <a:dk1>
        <a:srgbClr val="000000"/>
      </a:dk1>
      <a:lt1>
        <a:srgbClr val="FFFFFF"/>
      </a:lt1>
      <a:dk2>
        <a:srgbClr val="818181"/>
      </a:dk2>
      <a:lt2>
        <a:srgbClr val="E6E6E6"/>
      </a:lt2>
      <a:accent1>
        <a:srgbClr val="8E7DD2"/>
      </a:accent1>
      <a:accent2>
        <a:srgbClr val="A7B2E7"/>
      </a:accent2>
      <a:accent3>
        <a:srgbClr val="7DC6A0"/>
      </a:accent3>
      <a:accent4>
        <a:srgbClr val="FF865F"/>
      </a:accent4>
      <a:accent5>
        <a:srgbClr val="F4B43D"/>
      </a:accent5>
      <a:accent6>
        <a:srgbClr val="1295D8"/>
      </a:accent6>
      <a:hlink>
        <a:srgbClr val="1295D8"/>
      </a:hlink>
      <a:folHlink>
        <a:srgbClr val="7FBEEB"/>
      </a:folHlink>
    </a:clrScheme>
    <a:fontScheme name="Viedoc Monument Grotesk">
      <a:majorFont>
        <a:latin typeface="Viedoc Monument Grotesk"/>
        <a:ea typeface=""/>
        <a:cs typeface=""/>
      </a:majorFont>
      <a:minorFont>
        <a:latin typeface="Viedoc Monument Grotes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7E7E7"/>
        </a:solidFill>
        <a:ln>
          <a:noFill/>
        </a:ln>
      </a:spPr>
      <a:bodyPr rtlCol="0" anchor="ctr"/>
      <a:lstStyle>
        <a:defPPr algn="l">
          <a:defRPr sz="16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1"/>
          </a:solidFill>
          <a:tailEnd type="triangle"/>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026_01_Viedoc Presentation Template" id="{AAD494E4-CDD8-F145-91ED-DCC6DF494B51}" vid="{BC10D877-D066-4948-A63C-3216FA45E9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A0B8916-CD64-4941-8A38-B86A878BBC27}">
  <we:reference id="wa200005107" version="1.1.0.0" store="en-GB" storeType="OMEX"/>
  <we:alternateReferences>
    <we:reference id="WA200005107" version="1.1.0.0" store="WA20000510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04c14df-ef46-436c-a4de-cbd09baa9fe4" xsi:nil="true"/>
    <_ip_UnifiedCompliancePolicyUIAction xmlns="http://schemas.microsoft.com/sharepoint/v3" xsi:nil="true"/>
    <DLCPolicyLabelLock xmlns="25675aaf-bcc5-4be5-98d7-a108df5b8432" xsi:nil="true"/>
    <_ip_UnifiedCompliancePolicyProperties xmlns="http://schemas.microsoft.com/sharepoint/v3" xsi:nil="true"/>
    <DLCPolicyLabelClientValue xmlns="25675aaf-bcc5-4be5-98d7-a108df5b8432" xsi:nil="true"/>
    <lcf76f155ced4ddcb4097134ff3c332f xmlns="25675aaf-bcc5-4be5-98d7-a108df5b8432">
      <Terms xmlns="http://schemas.microsoft.com/office/infopath/2007/PartnerControls"/>
    </lcf76f155ced4ddcb4097134ff3c332f>
    <_dlc_DocId xmlns="c04c14df-ef46-436c-a4de-cbd09baa9fe4">3QREP6JZ2ZQK-1434427233-74944</_dlc_DocId>
    <_dlc_DocIdUrl xmlns="c04c14df-ef46-436c-a4de-cbd09baa9fe4">
      <Url>https://pcgsolutions.sharepoint.com/sites/Company/_layouts/15/DocIdRedir.aspx?ID=3QREP6JZ2ZQK-1434427233-74944</Url>
      <Description>3QREP6JZ2ZQK-1434427233-74944</Description>
    </_dlc_DocIdUrl>
    <DLCPolicyLabelValue xmlns="25675aaf-bcc5-4be5-98d7-a108df5b8432">5.0</DLCPolicyLabelValue>
  </documentManagement>
</p:properties>
</file>

<file path=customXml/item2.xml><?xml version="1.0" encoding="utf-8"?>
<?mso-contentType ?>
<p:Policy xmlns:p="office.server.policy" id="" local="true">
  <p:Name>Document</p:Name>
  <p:Description/>
  <p:Statement/>
  <p:PolicyItems>
    <p:PolicyItem featureId="Microsoft.Office.RecordsManagement.PolicyFeatures.PolicyLabel" staticId="0x010100CB5DC2B8631A804395BF3FF7E946CE21|801092262" UniqueId="bb179d56-a82b-415e-8159-ee889f759129">
      <p:Name>Labels</p:Name>
      <p:Description>Generates labels that can be inserted in Microsoft Office documents to ensure that document properties or other important information are included when documents are printed. Labels can also be used to search for documents.</p:Description>
      <p:CustomData>
        <label>
          <segment type="metadata">_UIVersionString</segment>
        </label>
      </p:CustomData>
    </p:PolicyItem>
  </p:PolicyItems>
</p:Policy>
</file>

<file path=customXml/item3.xml><?xml version="1.0" encoding="utf-8"?>
<ct:contentTypeSchema xmlns:ct="http://schemas.microsoft.com/office/2006/metadata/contentType" xmlns:ma="http://schemas.microsoft.com/office/2006/metadata/properties/metaAttributes" ct:_="" ma:_="" ma:contentTypeName="Document" ma:contentTypeID="0x010100CB5DC2B8631A804395BF3FF7E946CE21" ma:contentTypeVersion="25" ma:contentTypeDescription="Create a new document." ma:contentTypeScope="" ma:versionID="8d580e63c01fd12e74ba41d2d5f7baaa">
  <xsd:schema xmlns:xsd="http://www.w3.org/2001/XMLSchema" xmlns:xs="http://www.w3.org/2001/XMLSchema" xmlns:p="http://schemas.microsoft.com/office/2006/metadata/properties" xmlns:ns1="http://schemas.microsoft.com/sharepoint/v3" xmlns:ns2="25675aaf-bcc5-4be5-98d7-a108df5b8432" xmlns:ns3="c04c14df-ef46-436c-a4de-cbd09baa9fe4" targetNamespace="http://schemas.microsoft.com/office/2006/metadata/properties" ma:root="true" ma:fieldsID="f3daa22942135cb8068cbb1456ccd112" ns1:_="" ns2:_="" ns3:_="">
    <xsd:import namespace="http://schemas.microsoft.com/sharepoint/v3"/>
    <xsd:import namespace="25675aaf-bcc5-4be5-98d7-a108df5b8432"/>
    <xsd:import namespace="c04c14df-ef46-436c-a4de-cbd09baa9fe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Location" minOccurs="0"/>
                <xsd:element ref="ns2:MediaServiceAutoTags" minOccurs="0"/>
                <xsd:element ref="ns3:SharedWithUsers" minOccurs="0"/>
                <xsd:element ref="ns3:SharedWithDetails" minOccurs="0"/>
                <xsd:element ref="ns3:_dlc_DocId" minOccurs="0"/>
                <xsd:element ref="ns3:_dlc_DocIdUrl" minOccurs="0"/>
                <xsd:element ref="ns3:_dlc_DocIdPersistId" minOccurs="0"/>
                <xsd:element ref="ns1:_dlc_Exempt" minOccurs="0"/>
                <xsd:element ref="ns2:DLCPolicyLabelValue" minOccurs="0"/>
                <xsd:element ref="ns2:DLCPolicyLabelClientValue" minOccurs="0"/>
                <xsd:element ref="ns2:DLCPolicyLabelLock"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18" nillable="true" ma:displayName="Exempt from Policy" ma:hidden="true" ma:internalName="_dlc_Exempt" ma:readOnly="true">
      <xsd:simpleType>
        <xsd:restriction base="dms:Unknown"/>
      </xsd:simpleType>
    </xsd:element>
    <xsd:element name="_ip_UnifiedCompliancePolicyProperties" ma:index="31" nillable="true" ma:displayName="Unified Compliance Policy Properties" ma:hidden="true" ma:internalName="_ip_UnifiedCompliancePolicyProperties">
      <xsd:simpleType>
        <xsd:restriction base="dms:Note"/>
      </xsd:simpleType>
    </xsd:element>
    <xsd:element name="_ip_UnifiedCompliancePolicyUIAction" ma:index="3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675aaf-bcc5-4be5-98d7-a108df5b8432"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DateTaken" ma:index="10" nillable="true" ma:displayName="MediaServiceDateTaken" ma:description="" ma:hidden="true" ma:internalName="MediaServiceDateTaken" ma:readOnly="true">
      <xsd:simpleType>
        <xsd:restriction base="dms:Text"/>
      </xsd:simpleType>
    </xsd:element>
    <xsd:element name="MediaServiceLocation" ma:index="11" nillable="true" ma:displayName="MediaServiceLocation" ma:description="" ma:internalName="MediaServiceLocation" ma:readOnly="true">
      <xsd:simpleType>
        <xsd:restriction base="dms:Text"/>
      </xsd:simpleType>
    </xsd:element>
    <xsd:element name="MediaServiceAutoTags" ma:index="12" nillable="true" ma:displayName="MediaServiceAutoTags" ma:description="" ma:internalName="MediaServiceAutoTags" ma:readOnly="true">
      <xsd:simpleType>
        <xsd:restriction base="dms:Text"/>
      </xsd:simpleType>
    </xsd:element>
    <xsd:element name="DLCPolicyLabelValue" ma:index="19" nillable="true" ma:displayName="Label" ma:description="Stores the current value of the label." ma:internalName="DLCPolicyLabelValue" ma:readOnly="true">
      <xsd:simpleType>
        <xsd:restriction base="dms:Note">
          <xsd:maxLength value="255"/>
        </xsd:restriction>
      </xsd:simpleType>
    </xsd:element>
    <xsd:element name="DLCPolicyLabelClientValue" ma:index="20" nillable="true" ma:displayName="Client Label Value" ma:description="Stores the last label value computed on the client." ma:hidden="true" ma:internalName="DLCPolicyLabelClientValue" ma:readOnly="false">
      <xsd:simpleType>
        <xsd:restriction base="dms:Note"/>
      </xsd:simpleType>
    </xsd:element>
    <xsd:element name="DLCPolicyLabelLock" ma:index="21" nillable="true" ma:displayName="Label Locked" ma:description="Indicates whether the label should be updated when item properties are modified." ma:hidden="true" ma:internalName="DLCPolicyLabelLock" ma:readOnly="fals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GenerationTime" ma:index="23" nillable="true" ma:displayName="MediaServiceGenerationTime" ma:hidden="true" ma:internalName="MediaServiceGenerationTime" ma:readOnly="true">
      <xsd:simpleType>
        <xsd:restriction base="dms:Text"/>
      </xsd:simpleType>
    </xsd:element>
    <xsd:element name="MediaServiceEventHashCode" ma:index="24" nillable="true" ma:displayName="MediaServiceEventHashCode" ma:hidden="true" ma:internalName="MediaServiceEventHashCode" ma:readOnly="true">
      <xsd:simpleType>
        <xsd:restriction base="dms:Text"/>
      </xsd:simpleType>
    </xsd:element>
    <xsd:element name="MediaServiceAutoKeyPoints" ma:index="25" nillable="true" ma:displayName="MediaServiceAutoKeyPoints" ma:hidden="true" ma:internalName="MediaServiceAutoKeyPoints" ma:readOnly="true">
      <xsd:simpleType>
        <xsd:restriction base="dms:Note"/>
      </xsd:simpleType>
    </xsd:element>
    <xsd:element name="MediaServiceKeyPoints" ma:index="26" nillable="true" ma:displayName="KeyPoints" ma:internalName="MediaServiceKeyPoints" ma:readOnly="true">
      <xsd:simpleType>
        <xsd:restriction base="dms:Note">
          <xsd:maxLength value="255"/>
        </xsd:restriction>
      </xsd:simpleType>
    </xsd:element>
    <xsd:element name="MediaLengthInSeconds" ma:index="27" nillable="true" ma:displayName="Length (seconds)" ma:internalName="MediaLengthInSeconds" ma:readOnly="true">
      <xsd:simpleType>
        <xsd:restriction base="dms:Unknown"/>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9bf4fa33-17d6-4b72-8e4d-b820d61e0b3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hidden="true" ma:indexed="true" ma:internalName="MediaServiceObjectDetectorVersions" ma:readOnly="true">
      <xsd:simpleType>
        <xsd:restriction base="dms:Text"/>
      </xsd:simpleType>
    </xsd:element>
    <xsd:element name="MediaServiceSearchProperties" ma:index="3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4c14df-ef46-436c-a4de-cbd09baa9fe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_dlc_DocId" ma:index="15" nillable="true" ma:displayName="Document ID Value" ma:description="The value of the document ID assigned to this item." ma:internalName="_dlc_DocId" ma:readOnly="true">
      <xsd:simpleType>
        <xsd:restriction base="dms:Text"/>
      </xsd:simpleType>
    </xsd:element>
    <xsd:element name="_dlc_DocIdUrl" ma:index="16"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7" nillable="true" ma:displayName="Persist ID" ma:description="Keep ID on add." ma:hidden="true" ma:internalName="_dlc_DocIdPersistId" ma:readOnly="true">
      <xsd:simpleType>
        <xsd:restriction base="dms:Boolean"/>
      </xsd:simpleType>
    </xsd:element>
    <xsd:element name="TaxCatchAll" ma:index="30" nillable="true" ma:displayName="Taxonomy Catch All Column" ma:hidden="true" ma:list="{80f25bc7-f0df-428d-97c7-d7a8fa72967f}" ma:internalName="TaxCatchAll" ma:showField="CatchAllData" ma:web="c04c14df-ef46-436c-a4de-cbd09baa9fe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981B954-246B-4AF7-B9E6-BFEE13353804}">
  <ds:schemaRefs>
    <ds:schemaRef ds:uri="25675aaf-bcc5-4be5-98d7-a108df5b8432"/>
    <ds:schemaRef ds:uri="c04c14df-ef46-436c-a4de-cbd09baa9fe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5C8071A4-C3F6-4A8B-B407-FF2D31BBE687}">
  <ds:schemaRefs>
    <ds:schemaRef ds:uri="office.server.policy"/>
  </ds:schemaRefs>
</ds:datastoreItem>
</file>

<file path=customXml/itemProps3.xml><?xml version="1.0" encoding="utf-8"?>
<ds:datastoreItem xmlns:ds="http://schemas.openxmlformats.org/officeDocument/2006/customXml" ds:itemID="{7BF4579A-BC76-4BE0-8432-CDE74F21AA89}">
  <ds:schemaRefs>
    <ds:schemaRef ds:uri="25675aaf-bcc5-4be5-98d7-a108df5b8432"/>
    <ds:schemaRef ds:uri="c04c14df-ef46-436c-a4de-cbd09baa9fe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B282F5C5-0CD2-49D7-A3D5-A3027AD08CA8}">
  <ds:schemaRefs>
    <ds:schemaRef ds:uri="http://schemas.microsoft.com/sharepoint/events"/>
  </ds:schemaRefs>
</ds:datastoreItem>
</file>

<file path=customXml/itemProps5.xml><?xml version="1.0" encoding="utf-8"?>
<ds:datastoreItem xmlns:ds="http://schemas.openxmlformats.org/officeDocument/2006/customXml" ds:itemID="{30A38456-5685-4BF1-B4A9-D53B26F9ECC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19</Slides>
  <Notes>16</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2_Viedoc 2024</vt:lpstr>
      <vt:lpstr>Project Daybreak</vt:lpstr>
      <vt:lpstr>What we found</vt:lpstr>
      <vt:lpstr>201 activities in a release. 183 of them manual.</vt:lpstr>
      <vt:lpstr>From the test lead's approval to live in all four regions — inside 24 hours.</vt:lpstr>
      <vt:lpstr>Where we're going</vt:lpstr>
      <vt:lpstr>The chain</vt:lpstr>
      <vt:lpstr>What's actually different</vt:lpstr>
      <vt:lpstr>Three rules we're building to</vt:lpstr>
      <vt:lpstr>The work</vt:lpstr>
      <vt:lpstr>Fourteen work streams</vt:lpstr>
      <vt:lpstr>Six need an owner. Today.</vt:lpstr>
      <vt:lpstr>What changes for every team</vt:lpstr>
      <vt:lpstr>Eight weeks, six milestones, five drills</vt:lpstr>
      <vt:lpstr>Fourteen streams across eight weeks</vt:lpstr>
      <vt:lpstr>What we're not doing</vt:lpstr>
      <vt:lpstr>Where AI comes in</vt:lpstr>
      <vt:lpstr>What we need
from you</vt:lpstr>
      <vt:lpstr>What we need today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Elin Berner-Wik</dc:creator>
  <cp:revision>2</cp:revision>
  <dcterms:created xsi:type="dcterms:W3CDTF">2025-10-16T12:15:55Z</dcterms:created>
  <dcterms:modified xsi:type="dcterms:W3CDTF">2026-10-09T06:42:07Z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0x010100CB5DC2B8631A804395BF3FF7E946CE21</vt:lpwstr>
  </property>
  <property fmtid="{D5CDD505-2E9C-101B-9397-08002B2CF9AE}" pid="3" name="_dlc_DocIdItemGuid">
    <vt:lpwstr>091876ac-6790-4cf6-9fbf-58b759f39be8</vt:lpwstr>
  </property>
  <property fmtid="{D5CDD505-2E9C-101B-9397-08002B2CF9AE}" pid="4" name="MediaServiceImageTags">
    <vt:lpwstr/>
  </property>
</Properties>
</file>