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49DA77-4CDB-4727-B144-049AC7EE1F5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41B176A-9561-4CC4-A364-CC72572BF48C}">
      <dgm:prSet/>
      <dgm:spPr/>
      <dgm:t>
        <a:bodyPr/>
        <a:lstStyle/>
        <a:p>
          <a:pPr>
            <a:defRPr cap="all"/>
          </a:pPr>
          <a:r>
            <a:rPr lang="en-US"/>
            <a:t>Scope of Project: Migration only or we will implement new script on it?</a:t>
          </a:r>
        </a:p>
      </dgm:t>
    </dgm:pt>
    <dgm:pt modelId="{5794B9A5-21D4-420D-A7E2-228EAEF33F20}" type="parTrans" cxnId="{D2B5E434-46A3-488E-99D1-05185C38321F}">
      <dgm:prSet/>
      <dgm:spPr/>
      <dgm:t>
        <a:bodyPr/>
        <a:lstStyle/>
        <a:p>
          <a:endParaRPr lang="en-US"/>
        </a:p>
      </dgm:t>
    </dgm:pt>
    <dgm:pt modelId="{E052896D-0DF2-4B15-8A54-1C173829C3C1}" type="sibTrans" cxnId="{D2B5E434-46A3-488E-99D1-05185C38321F}">
      <dgm:prSet/>
      <dgm:spPr/>
      <dgm:t>
        <a:bodyPr/>
        <a:lstStyle/>
        <a:p>
          <a:endParaRPr lang="en-US"/>
        </a:p>
      </dgm:t>
    </dgm:pt>
    <dgm:pt modelId="{E990D68F-CECC-4B8F-BB47-F4A45567B478}">
      <dgm:prSet/>
      <dgm:spPr/>
      <dgm:t>
        <a:bodyPr/>
        <a:lstStyle/>
        <a:p>
          <a:pPr>
            <a:defRPr cap="all"/>
          </a:pPr>
          <a:r>
            <a:rPr lang="en-US" dirty="0"/>
            <a:t>What are you testing :  E2E, UI only ? </a:t>
          </a:r>
        </a:p>
      </dgm:t>
    </dgm:pt>
    <dgm:pt modelId="{7800E3BC-51E8-4044-98F0-5708A77AAD3C}" type="parTrans" cxnId="{C6D7B3DA-AD54-4930-A6EB-DA9CC1012BC1}">
      <dgm:prSet/>
      <dgm:spPr/>
      <dgm:t>
        <a:bodyPr/>
        <a:lstStyle/>
        <a:p>
          <a:endParaRPr lang="en-US"/>
        </a:p>
      </dgm:t>
    </dgm:pt>
    <dgm:pt modelId="{B1BA35DB-186F-4F8A-803F-E2A4D7D7D9E5}" type="sibTrans" cxnId="{C6D7B3DA-AD54-4930-A6EB-DA9CC1012BC1}">
      <dgm:prSet/>
      <dgm:spPr/>
      <dgm:t>
        <a:bodyPr/>
        <a:lstStyle/>
        <a:p>
          <a:endParaRPr lang="en-US"/>
        </a:p>
      </dgm:t>
    </dgm:pt>
    <dgm:pt modelId="{9A9A9F2E-2AD8-44BE-802B-4B292AC84858}">
      <dgm:prSet/>
      <dgm:spPr/>
      <dgm:t>
        <a:bodyPr/>
        <a:lstStyle/>
        <a:p>
          <a:pPr>
            <a:defRPr cap="all"/>
          </a:pPr>
          <a:r>
            <a:rPr lang="en-US" dirty="0"/>
            <a:t>Which tech stack: C# or Typescript ?</a:t>
          </a:r>
        </a:p>
      </dgm:t>
    </dgm:pt>
    <dgm:pt modelId="{5F019886-23AE-4A7D-83D5-B57DA1F92000}" type="parTrans" cxnId="{A176E78E-1B5F-43AB-B2E1-BB06FA5BCB08}">
      <dgm:prSet/>
      <dgm:spPr/>
      <dgm:t>
        <a:bodyPr/>
        <a:lstStyle/>
        <a:p>
          <a:endParaRPr lang="en-US"/>
        </a:p>
      </dgm:t>
    </dgm:pt>
    <dgm:pt modelId="{831DD85D-AC35-44F8-AB67-9DB8B3011DEF}" type="sibTrans" cxnId="{A176E78E-1B5F-43AB-B2E1-BB06FA5BCB08}">
      <dgm:prSet/>
      <dgm:spPr/>
      <dgm:t>
        <a:bodyPr/>
        <a:lstStyle/>
        <a:p>
          <a:endParaRPr lang="en-US"/>
        </a:p>
      </dgm:t>
    </dgm:pt>
    <dgm:pt modelId="{07699261-AACF-4B3C-BC49-27248DB5A3A0}" type="pres">
      <dgm:prSet presAssocID="{DE49DA77-4CDB-4727-B144-049AC7EE1F56}" presName="root" presStyleCnt="0">
        <dgm:presLayoutVars>
          <dgm:dir/>
          <dgm:resizeHandles val="exact"/>
        </dgm:presLayoutVars>
      </dgm:prSet>
      <dgm:spPr/>
    </dgm:pt>
    <dgm:pt modelId="{F01BC081-F3AE-44B8-AFDA-EB53235B4569}" type="pres">
      <dgm:prSet presAssocID="{241B176A-9561-4CC4-A364-CC72572BF48C}" presName="compNode" presStyleCnt="0"/>
      <dgm:spPr/>
    </dgm:pt>
    <dgm:pt modelId="{79594C1D-B453-4516-A14F-B5684526F48D}" type="pres">
      <dgm:prSet presAssocID="{241B176A-9561-4CC4-A364-CC72572BF48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3854172-D773-48F5-B6EA-A2D2D7255E32}" type="pres">
      <dgm:prSet presAssocID="{241B176A-9561-4CC4-A364-CC72572BF48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25F5E59-E87B-4CC3-A101-00F707929863}" type="pres">
      <dgm:prSet presAssocID="{241B176A-9561-4CC4-A364-CC72572BF48C}" presName="spaceRect" presStyleCnt="0"/>
      <dgm:spPr/>
    </dgm:pt>
    <dgm:pt modelId="{17434B40-4F5A-44B6-8653-AEFC51A73384}" type="pres">
      <dgm:prSet presAssocID="{241B176A-9561-4CC4-A364-CC72572BF48C}" presName="textRect" presStyleLbl="revTx" presStyleIdx="0" presStyleCnt="3">
        <dgm:presLayoutVars>
          <dgm:chMax val="1"/>
          <dgm:chPref val="1"/>
        </dgm:presLayoutVars>
      </dgm:prSet>
      <dgm:spPr/>
    </dgm:pt>
    <dgm:pt modelId="{4CE1AC8E-1E35-4727-B603-1C0AA323CAFF}" type="pres">
      <dgm:prSet presAssocID="{E052896D-0DF2-4B15-8A54-1C173829C3C1}" presName="sibTrans" presStyleCnt="0"/>
      <dgm:spPr/>
    </dgm:pt>
    <dgm:pt modelId="{2FDE48F5-385B-4EC3-A3CB-82E10E304393}" type="pres">
      <dgm:prSet presAssocID="{E990D68F-CECC-4B8F-BB47-F4A45567B478}" presName="compNode" presStyleCnt="0"/>
      <dgm:spPr/>
    </dgm:pt>
    <dgm:pt modelId="{ABC267C6-2C1B-47C4-9C06-9C32E9434A95}" type="pres">
      <dgm:prSet presAssocID="{E990D68F-CECC-4B8F-BB47-F4A45567B47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1679260-30E2-4FAB-ABCC-943B6AC53114}" type="pres">
      <dgm:prSet presAssocID="{E990D68F-CECC-4B8F-BB47-F4A45567B47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08480B8-55D2-40EB-AD46-D7AEE4D057D4}" type="pres">
      <dgm:prSet presAssocID="{E990D68F-CECC-4B8F-BB47-F4A45567B478}" presName="spaceRect" presStyleCnt="0"/>
      <dgm:spPr/>
    </dgm:pt>
    <dgm:pt modelId="{1F0F6A6A-B7AD-4CE3-BE84-520B9D70C537}" type="pres">
      <dgm:prSet presAssocID="{E990D68F-CECC-4B8F-BB47-F4A45567B478}" presName="textRect" presStyleLbl="revTx" presStyleIdx="1" presStyleCnt="3">
        <dgm:presLayoutVars>
          <dgm:chMax val="1"/>
          <dgm:chPref val="1"/>
        </dgm:presLayoutVars>
      </dgm:prSet>
      <dgm:spPr/>
    </dgm:pt>
    <dgm:pt modelId="{7CD484D5-F9C9-4FE8-9F31-9CE77D255743}" type="pres">
      <dgm:prSet presAssocID="{B1BA35DB-186F-4F8A-803F-E2A4D7D7D9E5}" presName="sibTrans" presStyleCnt="0"/>
      <dgm:spPr/>
    </dgm:pt>
    <dgm:pt modelId="{72CC04BF-D873-45E4-ADD4-D3E4DC927775}" type="pres">
      <dgm:prSet presAssocID="{9A9A9F2E-2AD8-44BE-802B-4B292AC84858}" presName="compNode" presStyleCnt="0"/>
      <dgm:spPr/>
    </dgm:pt>
    <dgm:pt modelId="{D3F9CF5E-E734-4EFE-B7E6-612C2A272981}" type="pres">
      <dgm:prSet presAssocID="{9A9A9F2E-2AD8-44BE-802B-4B292AC84858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AE7BD93-10FB-4C15-9027-5023809B8EF7}" type="pres">
      <dgm:prSet presAssocID="{9A9A9F2E-2AD8-44BE-802B-4B292AC8485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E8243A1F-0959-44EC-BB98-14C8D7EE8223}" type="pres">
      <dgm:prSet presAssocID="{9A9A9F2E-2AD8-44BE-802B-4B292AC84858}" presName="spaceRect" presStyleCnt="0"/>
      <dgm:spPr/>
    </dgm:pt>
    <dgm:pt modelId="{EECC57C1-7FD4-445D-B59E-8F8EE5B014C7}" type="pres">
      <dgm:prSet presAssocID="{9A9A9F2E-2AD8-44BE-802B-4B292AC8485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DEEC10D-F9A6-4522-9724-16F7ED2B527E}" type="presOf" srcId="{DE49DA77-4CDB-4727-B144-049AC7EE1F56}" destId="{07699261-AACF-4B3C-BC49-27248DB5A3A0}" srcOrd="0" destOrd="0" presId="urn:microsoft.com/office/officeart/2018/5/layout/IconLeafLabelList"/>
    <dgm:cxn modelId="{D2B5E434-46A3-488E-99D1-05185C38321F}" srcId="{DE49DA77-4CDB-4727-B144-049AC7EE1F56}" destId="{241B176A-9561-4CC4-A364-CC72572BF48C}" srcOrd="0" destOrd="0" parTransId="{5794B9A5-21D4-420D-A7E2-228EAEF33F20}" sibTransId="{E052896D-0DF2-4B15-8A54-1C173829C3C1}"/>
    <dgm:cxn modelId="{ACF5F884-3EAF-48C5-883D-61854D1CE1FF}" type="presOf" srcId="{241B176A-9561-4CC4-A364-CC72572BF48C}" destId="{17434B40-4F5A-44B6-8653-AEFC51A73384}" srcOrd="0" destOrd="0" presId="urn:microsoft.com/office/officeart/2018/5/layout/IconLeafLabelList"/>
    <dgm:cxn modelId="{A176E78E-1B5F-43AB-B2E1-BB06FA5BCB08}" srcId="{DE49DA77-4CDB-4727-B144-049AC7EE1F56}" destId="{9A9A9F2E-2AD8-44BE-802B-4B292AC84858}" srcOrd="2" destOrd="0" parTransId="{5F019886-23AE-4A7D-83D5-B57DA1F92000}" sibTransId="{831DD85D-AC35-44F8-AB67-9DB8B3011DEF}"/>
    <dgm:cxn modelId="{BD8423D1-59CC-4366-838E-8953F5152CEC}" type="presOf" srcId="{E990D68F-CECC-4B8F-BB47-F4A45567B478}" destId="{1F0F6A6A-B7AD-4CE3-BE84-520B9D70C537}" srcOrd="0" destOrd="0" presId="urn:microsoft.com/office/officeart/2018/5/layout/IconLeafLabelList"/>
    <dgm:cxn modelId="{C6D7B3DA-AD54-4930-A6EB-DA9CC1012BC1}" srcId="{DE49DA77-4CDB-4727-B144-049AC7EE1F56}" destId="{E990D68F-CECC-4B8F-BB47-F4A45567B478}" srcOrd="1" destOrd="0" parTransId="{7800E3BC-51E8-4044-98F0-5708A77AAD3C}" sibTransId="{B1BA35DB-186F-4F8A-803F-E2A4D7D7D9E5}"/>
    <dgm:cxn modelId="{FEA2B3E8-A3B5-4FB3-8B12-B1F418F774CC}" type="presOf" srcId="{9A9A9F2E-2AD8-44BE-802B-4B292AC84858}" destId="{EECC57C1-7FD4-445D-B59E-8F8EE5B014C7}" srcOrd="0" destOrd="0" presId="urn:microsoft.com/office/officeart/2018/5/layout/IconLeafLabelList"/>
    <dgm:cxn modelId="{37C524E6-1BAB-414B-BA7A-13D269FDC67B}" type="presParOf" srcId="{07699261-AACF-4B3C-BC49-27248DB5A3A0}" destId="{F01BC081-F3AE-44B8-AFDA-EB53235B4569}" srcOrd="0" destOrd="0" presId="urn:microsoft.com/office/officeart/2018/5/layout/IconLeafLabelList"/>
    <dgm:cxn modelId="{2EC874A4-04D1-4489-BD62-A59FD32E4B6C}" type="presParOf" srcId="{F01BC081-F3AE-44B8-AFDA-EB53235B4569}" destId="{79594C1D-B453-4516-A14F-B5684526F48D}" srcOrd="0" destOrd="0" presId="urn:microsoft.com/office/officeart/2018/5/layout/IconLeafLabelList"/>
    <dgm:cxn modelId="{A4AC0328-10A1-4363-8CE8-0A60AF575341}" type="presParOf" srcId="{F01BC081-F3AE-44B8-AFDA-EB53235B4569}" destId="{A3854172-D773-48F5-B6EA-A2D2D7255E32}" srcOrd="1" destOrd="0" presId="urn:microsoft.com/office/officeart/2018/5/layout/IconLeafLabelList"/>
    <dgm:cxn modelId="{896CD7E4-D7B4-4702-86E6-57B517F3D12C}" type="presParOf" srcId="{F01BC081-F3AE-44B8-AFDA-EB53235B4569}" destId="{825F5E59-E87B-4CC3-A101-00F707929863}" srcOrd="2" destOrd="0" presId="urn:microsoft.com/office/officeart/2018/5/layout/IconLeafLabelList"/>
    <dgm:cxn modelId="{EF3F7C07-7C60-42AB-BDEE-720AA71CF03B}" type="presParOf" srcId="{F01BC081-F3AE-44B8-AFDA-EB53235B4569}" destId="{17434B40-4F5A-44B6-8653-AEFC51A73384}" srcOrd="3" destOrd="0" presId="urn:microsoft.com/office/officeart/2018/5/layout/IconLeafLabelList"/>
    <dgm:cxn modelId="{C161BE57-F481-46B6-831A-4BD85278DB4F}" type="presParOf" srcId="{07699261-AACF-4B3C-BC49-27248DB5A3A0}" destId="{4CE1AC8E-1E35-4727-B603-1C0AA323CAFF}" srcOrd="1" destOrd="0" presId="urn:microsoft.com/office/officeart/2018/5/layout/IconLeafLabelList"/>
    <dgm:cxn modelId="{74906CD4-6A41-4DD0-9CFC-28B4371DABAE}" type="presParOf" srcId="{07699261-AACF-4B3C-BC49-27248DB5A3A0}" destId="{2FDE48F5-385B-4EC3-A3CB-82E10E304393}" srcOrd="2" destOrd="0" presId="urn:microsoft.com/office/officeart/2018/5/layout/IconLeafLabelList"/>
    <dgm:cxn modelId="{AF494438-F6D5-4203-A280-05917A073F5C}" type="presParOf" srcId="{2FDE48F5-385B-4EC3-A3CB-82E10E304393}" destId="{ABC267C6-2C1B-47C4-9C06-9C32E9434A95}" srcOrd="0" destOrd="0" presId="urn:microsoft.com/office/officeart/2018/5/layout/IconLeafLabelList"/>
    <dgm:cxn modelId="{DBA75344-B39F-433C-A8F9-5CF6962326CA}" type="presParOf" srcId="{2FDE48F5-385B-4EC3-A3CB-82E10E304393}" destId="{D1679260-30E2-4FAB-ABCC-943B6AC53114}" srcOrd="1" destOrd="0" presId="urn:microsoft.com/office/officeart/2018/5/layout/IconLeafLabelList"/>
    <dgm:cxn modelId="{803C445A-3906-4838-9235-5E9004F211F9}" type="presParOf" srcId="{2FDE48F5-385B-4EC3-A3CB-82E10E304393}" destId="{C08480B8-55D2-40EB-AD46-D7AEE4D057D4}" srcOrd="2" destOrd="0" presId="urn:microsoft.com/office/officeart/2018/5/layout/IconLeafLabelList"/>
    <dgm:cxn modelId="{19612870-55C2-4693-B664-8EE5894B4469}" type="presParOf" srcId="{2FDE48F5-385B-4EC3-A3CB-82E10E304393}" destId="{1F0F6A6A-B7AD-4CE3-BE84-520B9D70C537}" srcOrd="3" destOrd="0" presId="urn:microsoft.com/office/officeart/2018/5/layout/IconLeafLabelList"/>
    <dgm:cxn modelId="{5D67E83E-7D67-4596-BE24-E9E14F2F80CD}" type="presParOf" srcId="{07699261-AACF-4B3C-BC49-27248DB5A3A0}" destId="{7CD484D5-F9C9-4FE8-9F31-9CE77D255743}" srcOrd="3" destOrd="0" presId="urn:microsoft.com/office/officeart/2018/5/layout/IconLeafLabelList"/>
    <dgm:cxn modelId="{F397F5BA-CBDB-4C95-8827-EA3FB7B77FFB}" type="presParOf" srcId="{07699261-AACF-4B3C-BC49-27248DB5A3A0}" destId="{72CC04BF-D873-45E4-ADD4-D3E4DC927775}" srcOrd="4" destOrd="0" presId="urn:microsoft.com/office/officeart/2018/5/layout/IconLeafLabelList"/>
    <dgm:cxn modelId="{0C73EC94-896F-488B-AF6F-8BC45F9322CE}" type="presParOf" srcId="{72CC04BF-D873-45E4-ADD4-D3E4DC927775}" destId="{D3F9CF5E-E734-4EFE-B7E6-612C2A272981}" srcOrd="0" destOrd="0" presId="urn:microsoft.com/office/officeart/2018/5/layout/IconLeafLabelList"/>
    <dgm:cxn modelId="{6787B08C-F4AF-4069-8FA1-0447105FA3C6}" type="presParOf" srcId="{72CC04BF-D873-45E4-ADD4-D3E4DC927775}" destId="{CAE7BD93-10FB-4C15-9027-5023809B8EF7}" srcOrd="1" destOrd="0" presId="urn:microsoft.com/office/officeart/2018/5/layout/IconLeafLabelList"/>
    <dgm:cxn modelId="{2D37D47D-F5F4-4CBC-B302-5DB28043FAAF}" type="presParOf" srcId="{72CC04BF-D873-45E4-ADD4-D3E4DC927775}" destId="{E8243A1F-0959-44EC-BB98-14C8D7EE8223}" srcOrd="2" destOrd="0" presId="urn:microsoft.com/office/officeart/2018/5/layout/IconLeafLabelList"/>
    <dgm:cxn modelId="{817AAE5A-B03F-43D8-9253-1AABDADA0C17}" type="presParOf" srcId="{72CC04BF-D873-45E4-ADD4-D3E4DC927775}" destId="{EECC57C1-7FD4-445D-B59E-8F8EE5B014C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16FB22-53B2-4CA0-A5B4-3F173E0623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95484F-AE25-4917-9E28-2DA80CAFFEF9}">
      <dgm:prSet/>
      <dgm:spPr/>
      <dgm:t>
        <a:bodyPr/>
        <a:lstStyle/>
        <a:p>
          <a:r>
            <a:rPr lang="en-US" dirty="0"/>
            <a:t>Browser:  Multi-tab, multi-context, cross-browser</a:t>
          </a:r>
        </a:p>
      </dgm:t>
    </dgm:pt>
    <dgm:pt modelId="{F42D7290-C5F0-4D07-83E4-AF3DC8CF4E5E}" type="parTrans" cxnId="{AA54D9F7-F01F-4C6A-972E-1E9BCE2A9A20}">
      <dgm:prSet/>
      <dgm:spPr/>
      <dgm:t>
        <a:bodyPr/>
        <a:lstStyle/>
        <a:p>
          <a:endParaRPr lang="en-US"/>
        </a:p>
      </dgm:t>
    </dgm:pt>
    <dgm:pt modelId="{F22271F0-1630-428B-9E98-00C813659FFC}" type="sibTrans" cxnId="{AA54D9F7-F01F-4C6A-972E-1E9BCE2A9A20}">
      <dgm:prSet/>
      <dgm:spPr/>
      <dgm:t>
        <a:bodyPr/>
        <a:lstStyle/>
        <a:p>
          <a:endParaRPr lang="en-US"/>
        </a:p>
      </dgm:t>
    </dgm:pt>
    <dgm:pt modelId="{39C39486-DDF5-4DDE-B42A-74500E8902DE}">
      <dgm:prSet/>
      <dgm:spPr/>
      <dgm:t>
        <a:bodyPr/>
        <a:lstStyle/>
        <a:p>
          <a:r>
            <a:rPr lang="en-US" dirty="0"/>
            <a:t>Auth: Session reuse, cookies, OAuth</a:t>
          </a:r>
        </a:p>
      </dgm:t>
    </dgm:pt>
    <dgm:pt modelId="{538385C4-6420-4E9A-80F0-971F072E301A}" type="parTrans" cxnId="{326641B6-1407-4510-A66D-00FABEEBF187}">
      <dgm:prSet/>
      <dgm:spPr/>
      <dgm:t>
        <a:bodyPr/>
        <a:lstStyle/>
        <a:p>
          <a:endParaRPr lang="en-US"/>
        </a:p>
      </dgm:t>
    </dgm:pt>
    <dgm:pt modelId="{ED86F960-E478-435D-B455-C373686E68C7}" type="sibTrans" cxnId="{326641B6-1407-4510-A66D-00FABEEBF187}">
      <dgm:prSet/>
      <dgm:spPr/>
      <dgm:t>
        <a:bodyPr/>
        <a:lstStyle/>
        <a:p>
          <a:endParaRPr lang="en-US"/>
        </a:p>
      </dgm:t>
    </dgm:pt>
    <dgm:pt modelId="{D6CB8A01-9910-4E79-A1BD-07AB35B77E56}">
      <dgm:prSet/>
      <dgm:spPr/>
      <dgm:t>
        <a:bodyPr/>
        <a:lstStyle/>
        <a:p>
          <a:r>
            <a:rPr lang="en-US" dirty="0"/>
            <a:t>Visual: Screenshots, video, regression, PDF</a:t>
          </a:r>
        </a:p>
      </dgm:t>
    </dgm:pt>
    <dgm:pt modelId="{93AB182B-FE53-42DC-88A0-8C274D3D587D}" type="parTrans" cxnId="{AB48C2BE-3B45-46B5-ADAA-AAFF435074B0}">
      <dgm:prSet/>
      <dgm:spPr/>
      <dgm:t>
        <a:bodyPr/>
        <a:lstStyle/>
        <a:p>
          <a:endParaRPr lang="en-US"/>
        </a:p>
      </dgm:t>
    </dgm:pt>
    <dgm:pt modelId="{8A07D8DE-D85B-4E19-8446-D0C4B92C4C7F}" type="sibTrans" cxnId="{AB48C2BE-3B45-46B5-ADAA-AAFF435074B0}">
      <dgm:prSet/>
      <dgm:spPr/>
      <dgm:t>
        <a:bodyPr/>
        <a:lstStyle/>
        <a:p>
          <a:endParaRPr lang="en-US"/>
        </a:p>
      </dgm:t>
    </dgm:pt>
    <dgm:pt modelId="{AF03210F-EDCC-41A7-8606-22E47CD2957C}">
      <dgm:prSet/>
      <dgm:spPr/>
      <dgm:t>
        <a:bodyPr/>
        <a:lstStyle/>
        <a:p>
          <a:r>
            <a:rPr lang="en-US" dirty="0"/>
            <a:t>Debug: Trace viewer, console capture, </a:t>
          </a:r>
          <a:r>
            <a:rPr lang="en-US" dirty="0" err="1"/>
            <a:t>codegen</a:t>
          </a:r>
          <a:endParaRPr lang="en-US" dirty="0"/>
        </a:p>
      </dgm:t>
    </dgm:pt>
    <dgm:pt modelId="{BCD25F6A-E336-4BF0-A326-AB966B612F09}" type="parTrans" cxnId="{B8DCDF83-D123-4197-B427-826C28193544}">
      <dgm:prSet/>
      <dgm:spPr/>
      <dgm:t>
        <a:bodyPr/>
        <a:lstStyle/>
        <a:p>
          <a:endParaRPr lang="en-US"/>
        </a:p>
      </dgm:t>
    </dgm:pt>
    <dgm:pt modelId="{15807446-5134-4E67-B1AA-247B15662370}" type="sibTrans" cxnId="{B8DCDF83-D123-4197-B427-826C28193544}">
      <dgm:prSet/>
      <dgm:spPr/>
      <dgm:t>
        <a:bodyPr/>
        <a:lstStyle/>
        <a:p>
          <a:endParaRPr lang="en-US"/>
        </a:p>
      </dgm:t>
    </dgm:pt>
    <dgm:pt modelId="{D294FFEC-F8EC-43B6-8DFF-BCE9DF3B593C}">
      <dgm:prSet/>
      <dgm:spPr/>
      <dgm:t>
        <a:bodyPr/>
        <a:lstStyle/>
        <a:p>
          <a:r>
            <a:rPr lang="en-US" dirty="0"/>
            <a:t>Data: API calls, DB, file up/download</a:t>
          </a:r>
        </a:p>
      </dgm:t>
    </dgm:pt>
    <dgm:pt modelId="{F159DDAD-E271-464B-8345-FB504A5C07D3}" type="parTrans" cxnId="{3262195D-78CA-4AF1-A042-CA1AD6BAF9B2}">
      <dgm:prSet/>
      <dgm:spPr/>
      <dgm:t>
        <a:bodyPr/>
        <a:lstStyle/>
        <a:p>
          <a:endParaRPr lang="en-US"/>
        </a:p>
      </dgm:t>
    </dgm:pt>
    <dgm:pt modelId="{7FC8826B-D801-42D3-B1A5-27F61B6AD419}" type="sibTrans" cxnId="{3262195D-78CA-4AF1-A042-CA1AD6BAF9B2}">
      <dgm:prSet/>
      <dgm:spPr/>
      <dgm:t>
        <a:bodyPr/>
        <a:lstStyle/>
        <a:p>
          <a:endParaRPr lang="en-US"/>
        </a:p>
      </dgm:t>
    </dgm:pt>
    <dgm:pt modelId="{C1FE94F2-097F-4DDA-B22C-E582DA3AFE2D}">
      <dgm:prSet/>
      <dgm:spPr/>
      <dgm:t>
        <a:bodyPr/>
        <a:lstStyle/>
        <a:p>
          <a:r>
            <a:rPr lang="en-US" dirty="0"/>
            <a:t>MCP: browser control via accessibility tree or vision</a:t>
          </a:r>
        </a:p>
      </dgm:t>
    </dgm:pt>
    <dgm:pt modelId="{842781DB-5F67-4F5F-A5F3-3E08BF1B4311}" type="parTrans" cxnId="{DD8DC56D-84BE-46D7-9B2E-42B37A01741B}">
      <dgm:prSet/>
      <dgm:spPr/>
      <dgm:t>
        <a:bodyPr/>
        <a:lstStyle/>
        <a:p>
          <a:endParaRPr lang="en-US"/>
        </a:p>
      </dgm:t>
    </dgm:pt>
    <dgm:pt modelId="{5257F265-84D0-4A6F-9525-B79E891DAE55}" type="sibTrans" cxnId="{DD8DC56D-84BE-46D7-9B2E-42B37A01741B}">
      <dgm:prSet/>
      <dgm:spPr/>
      <dgm:t>
        <a:bodyPr/>
        <a:lstStyle/>
        <a:p>
          <a:endParaRPr lang="en-US"/>
        </a:p>
      </dgm:t>
    </dgm:pt>
    <dgm:pt modelId="{CD16842C-361F-4E3A-B2EB-9E744B81E6EB}">
      <dgm:prSet/>
      <dgm:spPr/>
      <dgm:t>
        <a:bodyPr/>
        <a:lstStyle/>
        <a:p>
          <a:r>
            <a:rPr lang="en-US" dirty="0"/>
            <a:t>Agent: Claude </a:t>
          </a:r>
        </a:p>
      </dgm:t>
    </dgm:pt>
    <dgm:pt modelId="{2D22702D-B47C-4988-A297-6B8AAB1F8EC0}" type="parTrans" cxnId="{3FAB42BE-ABBD-4539-A78E-785DC5CC491C}">
      <dgm:prSet/>
      <dgm:spPr/>
      <dgm:t>
        <a:bodyPr/>
        <a:lstStyle/>
        <a:p>
          <a:endParaRPr lang="en-US"/>
        </a:p>
      </dgm:t>
    </dgm:pt>
    <dgm:pt modelId="{6CD70135-5351-44EC-B2D0-A6540373982D}" type="sibTrans" cxnId="{3FAB42BE-ABBD-4539-A78E-785DC5CC491C}">
      <dgm:prSet/>
      <dgm:spPr/>
      <dgm:t>
        <a:bodyPr/>
        <a:lstStyle/>
        <a:p>
          <a:endParaRPr lang="en-US"/>
        </a:p>
      </dgm:t>
    </dgm:pt>
    <dgm:pt modelId="{9927FA97-88E3-40C4-A6E1-9014A3C75D1F}" type="pres">
      <dgm:prSet presAssocID="{D316FB22-53B2-4CA0-A5B4-3F173E0623A9}" presName="linear" presStyleCnt="0">
        <dgm:presLayoutVars>
          <dgm:animLvl val="lvl"/>
          <dgm:resizeHandles val="exact"/>
        </dgm:presLayoutVars>
      </dgm:prSet>
      <dgm:spPr/>
    </dgm:pt>
    <dgm:pt modelId="{507AB9BA-FD16-42DC-AADA-BFBBF3EE031F}" type="pres">
      <dgm:prSet presAssocID="{7195484F-AE25-4917-9E28-2DA80CAFFEF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A19F590-30CB-4D7A-9D4A-C8F9E12F1317}" type="pres">
      <dgm:prSet presAssocID="{F22271F0-1630-428B-9E98-00C813659FFC}" presName="spacer" presStyleCnt="0"/>
      <dgm:spPr/>
    </dgm:pt>
    <dgm:pt modelId="{A390F374-4CBE-4E5B-BDAD-1962D3E7EB65}" type="pres">
      <dgm:prSet presAssocID="{39C39486-DDF5-4DDE-B42A-74500E8902D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2D69D68-3210-45BC-AD6C-31EF5911093D}" type="pres">
      <dgm:prSet presAssocID="{ED86F960-E478-435D-B455-C373686E68C7}" presName="spacer" presStyleCnt="0"/>
      <dgm:spPr/>
    </dgm:pt>
    <dgm:pt modelId="{C20B9F51-EEEA-472E-924C-C80C9503AE50}" type="pres">
      <dgm:prSet presAssocID="{D6CB8A01-9910-4E79-A1BD-07AB35B77E5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60D82D9-1BBD-484F-81C1-32FAA83F33EF}" type="pres">
      <dgm:prSet presAssocID="{8A07D8DE-D85B-4E19-8446-D0C4B92C4C7F}" presName="spacer" presStyleCnt="0"/>
      <dgm:spPr/>
    </dgm:pt>
    <dgm:pt modelId="{1D023857-9CA6-4BB5-B79E-06579E853C4F}" type="pres">
      <dgm:prSet presAssocID="{AF03210F-EDCC-41A7-8606-22E47CD2957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4CD9D89-4653-4FD2-B65B-224872DF0491}" type="pres">
      <dgm:prSet presAssocID="{15807446-5134-4E67-B1AA-247B15662370}" presName="spacer" presStyleCnt="0"/>
      <dgm:spPr/>
    </dgm:pt>
    <dgm:pt modelId="{CAE02B49-3FB1-421E-90C1-093CA124054A}" type="pres">
      <dgm:prSet presAssocID="{D294FFEC-F8EC-43B6-8DFF-BCE9DF3B593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875AB67-EA5F-45BB-99EF-80B35A4E8E78}" type="pres">
      <dgm:prSet presAssocID="{7FC8826B-D801-42D3-B1A5-27F61B6AD419}" presName="spacer" presStyleCnt="0"/>
      <dgm:spPr/>
    </dgm:pt>
    <dgm:pt modelId="{4166910D-62AB-4A45-B2C2-C3957B6C61D0}" type="pres">
      <dgm:prSet presAssocID="{C1FE94F2-097F-4DDA-B22C-E582DA3AFE2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54FF4E5-DEB4-4921-92CF-1BF26CD9737B}" type="pres">
      <dgm:prSet presAssocID="{5257F265-84D0-4A6F-9525-B79E891DAE55}" presName="spacer" presStyleCnt="0"/>
      <dgm:spPr/>
    </dgm:pt>
    <dgm:pt modelId="{643E0EB1-07B6-4CFF-A3B7-DE6772FA6EB2}" type="pres">
      <dgm:prSet presAssocID="{CD16842C-361F-4E3A-B2EB-9E744B81E6E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F74820A-6536-46DB-838D-0C63BA8672FB}" type="presOf" srcId="{CD16842C-361F-4E3A-B2EB-9E744B81E6EB}" destId="{643E0EB1-07B6-4CFF-A3B7-DE6772FA6EB2}" srcOrd="0" destOrd="0" presId="urn:microsoft.com/office/officeart/2005/8/layout/vList2"/>
    <dgm:cxn modelId="{1AF0411C-3EFB-439F-A854-CE7BD96AFF3D}" type="presOf" srcId="{D316FB22-53B2-4CA0-A5B4-3F173E0623A9}" destId="{9927FA97-88E3-40C4-A6E1-9014A3C75D1F}" srcOrd="0" destOrd="0" presId="urn:microsoft.com/office/officeart/2005/8/layout/vList2"/>
    <dgm:cxn modelId="{0FC5262B-651D-4436-870B-047735A42DBA}" type="presOf" srcId="{D294FFEC-F8EC-43B6-8DFF-BCE9DF3B593C}" destId="{CAE02B49-3FB1-421E-90C1-093CA124054A}" srcOrd="0" destOrd="0" presId="urn:microsoft.com/office/officeart/2005/8/layout/vList2"/>
    <dgm:cxn modelId="{3262195D-78CA-4AF1-A042-CA1AD6BAF9B2}" srcId="{D316FB22-53B2-4CA0-A5B4-3F173E0623A9}" destId="{D294FFEC-F8EC-43B6-8DFF-BCE9DF3B593C}" srcOrd="4" destOrd="0" parTransId="{F159DDAD-E271-464B-8345-FB504A5C07D3}" sibTransId="{7FC8826B-D801-42D3-B1A5-27F61B6AD419}"/>
    <dgm:cxn modelId="{0688356A-3567-4740-B1B9-15BD6C23EB32}" type="presOf" srcId="{39C39486-DDF5-4DDE-B42A-74500E8902DE}" destId="{A390F374-4CBE-4E5B-BDAD-1962D3E7EB65}" srcOrd="0" destOrd="0" presId="urn:microsoft.com/office/officeart/2005/8/layout/vList2"/>
    <dgm:cxn modelId="{DD8DC56D-84BE-46D7-9B2E-42B37A01741B}" srcId="{D316FB22-53B2-4CA0-A5B4-3F173E0623A9}" destId="{C1FE94F2-097F-4DDA-B22C-E582DA3AFE2D}" srcOrd="5" destOrd="0" parTransId="{842781DB-5F67-4F5F-A5F3-3E08BF1B4311}" sibTransId="{5257F265-84D0-4A6F-9525-B79E891DAE55}"/>
    <dgm:cxn modelId="{E9896453-184F-44A9-BC13-E00801315D2B}" type="presOf" srcId="{C1FE94F2-097F-4DDA-B22C-E582DA3AFE2D}" destId="{4166910D-62AB-4A45-B2C2-C3957B6C61D0}" srcOrd="0" destOrd="0" presId="urn:microsoft.com/office/officeart/2005/8/layout/vList2"/>
    <dgm:cxn modelId="{B8DCDF83-D123-4197-B427-826C28193544}" srcId="{D316FB22-53B2-4CA0-A5B4-3F173E0623A9}" destId="{AF03210F-EDCC-41A7-8606-22E47CD2957C}" srcOrd="3" destOrd="0" parTransId="{BCD25F6A-E336-4BF0-A326-AB966B612F09}" sibTransId="{15807446-5134-4E67-B1AA-247B15662370}"/>
    <dgm:cxn modelId="{B6582D87-F939-4D08-8450-0438A71AC60F}" type="presOf" srcId="{7195484F-AE25-4917-9E28-2DA80CAFFEF9}" destId="{507AB9BA-FD16-42DC-AADA-BFBBF3EE031F}" srcOrd="0" destOrd="0" presId="urn:microsoft.com/office/officeart/2005/8/layout/vList2"/>
    <dgm:cxn modelId="{72C2848A-0024-40D1-B22B-9503F5C10555}" type="presOf" srcId="{D6CB8A01-9910-4E79-A1BD-07AB35B77E56}" destId="{C20B9F51-EEEA-472E-924C-C80C9503AE50}" srcOrd="0" destOrd="0" presId="urn:microsoft.com/office/officeart/2005/8/layout/vList2"/>
    <dgm:cxn modelId="{326641B6-1407-4510-A66D-00FABEEBF187}" srcId="{D316FB22-53B2-4CA0-A5B4-3F173E0623A9}" destId="{39C39486-DDF5-4DDE-B42A-74500E8902DE}" srcOrd="1" destOrd="0" parTransId="{538385C4-6420-4E9A-80F0-971F072E301A}" sibTransId="{ED86F960-E478-435D-B455-C373686E68C7}"/>
    <dgm:cxn modelId="{3FAB42BE-ABBD-4539-A78E-785DC5CC491C}" srcId="{D316FB22-53B2-4CA0-A5B4-3F173E0623A9}" destId="{CD16842C-361F-4E3A-B2EB-9E744B81E6EB}" srcOrd="6" destOrd="0" parTransId="{2D22702D-B47C-4988-A297-6B8AAB1F8EC0}" sibTransId="{6CD70135-5351-44EC-B2D0-A6540373982D}"/>
    <dgm:cxn modelId="{AB48C2BE-3B45-46B5-ADAA-AAFF435074B0}" srcId="{D316FB22-53B2-4CA0-A5B4-3F173E0623A9}" destId="{D6CB8A01-9910-4E79-A1BD-07AB35B77E56}" srcOrd="2" destOrd="0" parTransId="{93AB182B-FE53-42DC-88A0-8C274D3D587D}" sibTransId="{8A07D8DE-D85B-4E19-8446-D0C4B92C4C7F}"/>
    <dgm:cxn modelId="{3BF716CD-4034-45B5-9BDE-97C8B75F8B90}" type="presOf" srcId="{AF03210F-EDCC-41A7-8606-22E47CD2957C}" destId="{1D023857-9CA6-4BB5-B79E-06579E853C4F}" srcOrd="0" destOrd="0" presId="urn:microsoft.com/office/officeart/2005/8/layout/vList2"/>
    <dgm:cxn modelId="{AA54D9F7-F01F-4C6A-972E-1E9BCE2A9A20}" srcId="{D316FB22-53B2-4CA0-A5B4-3F173E0623A9}" destId="{7195484F-AE25-4917-9E28-2DA80CAFFEF9}" srcOrd="0" destOrd="0" parTransId="{F42D7290-C5F0-4D07-83E4-AF3DC8CF4E5E}" sibTransId="{F22271F0-1630-428B-9E98-00C813659FFC}"/>
    <dgm:cxn modelId="{87738B55-6949-43E0-88A5-FA17105BBCCB}" type="presParOf" srcId="{9927FA97-88E3-40C4-A6E1-9014A3C75D1F}" destId="{507AB9BA-FD16-42DC-AADA-BFBBF3EE031F}" srcOrd="0" destOrd="0" presId="urn:microsoft.com/office/officeart/2005/8/layout/vList2"/>
    <dgm:cxn modelId="{36487000-8AF6-4C11-8353-B2C081A6BCE0}" type="presParOf" srcId="{9927FA97-88E3-40C4-A6E1-9014A3C75D1F}" destId="{7A19F590-30CB-4D7A-9D4A-C8F9E12F1317}" srcOrd="1" destOrd="0" presId="urn:microsoft.com/office/officeart/2005/8/layout/vList2"/>
    <dgm:cxn modelId="{BF41B50F-A030-4130-A442-B546F53FE84C}" type="presParOf" srcId="{9927FA97-88E3-40C4-A6E1-9014A3C75D1F}" destId="{A390F374-4CBE-4E5B-BDAD-1962D3E7EB65}" srcOrd="2" destOrd="0" presId="urn:microsoft.com/office/officeart/2005/8/layout/vList2"/>
    <dgm:cxn modelId="{9E62751C-3936-41ED-84CA-DA727D9229AE}" type="presParOf" srcId="{9927FA97-88E3-40C4-A6E1-9014A3C75D1F}" destId="{42D69D68-3210-45BC-AD6C-31EF5911093D}" srcOrd="3" destOrd="0" presId="urn:microsoft.com/office/officeart/2005/8/layout/vList2"/>
    <dgm:cxn modelId="{1788660F-FF8C-49DD-BE19-893475F61B97}" type="presParOf" srcId="{9927FA97-88E3-40C4-A6E1-9014A3C75D1F}" destId="{C20B9F51-EEEA-472E-924C-C80C9503AE50}" srcOrd="4" destOrd="0" presId="urn:microsoft.com/office/officeart/2005/8/layout/vList2"/>
    <dgm:cxn modelId="{7634865F-E4B8-4985-B0AE-2512CDC99B44}" type="presParOf" srcId="{9927FA97-88E3-40C4-A6E1-9014A3C75D1F}" destId="{460D82D9-1BBD-484F-81C1-32FAA83F33EF}" srcOrd="5" destOrd="0" presId="urn:microsoft.com/office/officeart/2005/8/layout/vList2"/>
    <dgm:cxn modelId="{73F1B3CE-B678-47F5-AE3D-D12977A3B3D9}" type="presParOf" srcId="{9927FA97-88E3-40C4-A6E1-9014A3C75D1F}" destId="{1D023857-9CA6-4BB5-B79E-06579E853C4F}" srcOrd="6" destOrd="0" presId="urn:microsoft.com/office/officeart/2005/8/layout/vList2"/>
    <dgm:cxn modelId="{688FA08F-7112-4F73-BFBF-E6EA781667F3}" type="presParOf" srcId="{9927FA97-88E3-40C4-A6E1-9014A3C75D1F}" destId="{D4CD9D89-4653-4FD2-B65B-224872DF0491}" srcOrd="7" destOrd="0" presId="urn:microsoft.com/office/officeart/2005/8/layout/vList2"/>
    <dgm:cxn modelId="{E8495FAE-788D-4F73-AF7A-B50FF884A97C}" type="presParOf" srcId="{9927FA97-88E3-40C4-A6E1-9014A3C75D1F}" destId="{CAE02B49-3FB1-421E-90C1-093CA124054A}" srcOrd="8" destOrd="0" presId="urn:microsoft.com/office/officeart/2005/8/layout/vList2"/>
    <dgm:cxn modelId="{111807E6-0295-473F-97D7-C4FFF7E82716}" type="presParOf" srcId="{9927FA97-88E3-40C4-A6E1-9014A3C75D1F}" destId="{C875AB67-EA5F-45BB-99EF-80B35A4E8E78}" srcOrd="9" destOrd="0" presId="urn:microsoft.com/office/officeart/2005/8/layout/vList2"/>
    <dgm:cxn modelId="{78AF209B-85B4-41CE-B73B-90BCAAFD744F}" type="presParOf" srcId="{9927FA97-88E3-40C4-A6E1-9014A3C75D1F}" destId="{4166910D-62AB-4A45-B2C2-C3957B6C61D0}" srcOrd="10" destOrd="0" presId="urn:microsoft.com/office/officeart/2005/8/layout/vList2"/>
    <dgm:cxn modelId="{8FE02AA4-15B1-4719-BEB2-285CD17F5A69}" type="presParOf" srcId="{9927FA97-88E3-40C4-A6E1-9014A3C75D1F}" destId="{754FF4E5-DEB4-4921-92CF-1BF26CD9737B}" srcOrd="11" destOrd="0" presId="urn:microsoft.com/office/officeart/2005/8/layout/vList2"/>
    <dgm:cxn modelId="{212BF571-636A-4001-AE0C-B9B9F7FE4D0F}" type="presParOf" srcId="{9927FA97-88E3-40C4-A6E1-9014A3C75D1F}" destId="{643E0EB1-07B6-4CFF-A3B7-DE6772FA6EB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6DBC81-9482-4789-B77A-A09D4A831CC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7E9977-6C8F-4C06-97D8-28388EB33D53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b="1" dirty="0"/>
            <a:t>Test layer</a:t>
          </a:r>
          <a:r>
            <a:rPr lang="en-US" dirty="0"/>
            <a:t> is what your team writes daily — E2E scripts, API tests, component tests, visual checks, and AI-driven exploratory tests. This should feel as simple as possible.</a:t>
          </a:r>
        </a:p>
      </dgm:t>
    </dgm:pt>
    <dgm:pt modelId="{8C44752C-A13E-416A-AB40-3D9E30EF23C1}" type="parTrans" cxnId="{AF214E3C-FBB8-42F6-973B-32EE327F4D04}">
      <dgm:prSet/>
      <dgm:spPr/>
      <dgm:t>
        <a:bodyPr/>
        <a:lstStyle/>
        <a:p>
          <a:endParaRPr lang="en-US"/>
        </a:p>
      </dgm:t>
    </dgm:pt>
    <dgm:pt modelId="{5AAB1708-774C-4735-9E7D-8DD5793DEAC8}" type="sibTrans" cxnId="{AF214E3C-FBB8-42F6-973B-32EE327F4D04}">
      <dgm:prSet/>
      <dgm:spPr/>
      <dgm:t>
        <a:bodyPr/>
        <a:lstStyle/>
        <a:p>
          <a:endParaRPr lang="en-US"/>
        </a:p>
      </dgm:t>
    </dgm:pt>
    <dgm:pt modelId="{8FD4B7C1-DFB1-462F-9723-41DA6540AFDC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b="1" dirty="0"/>
            <a:t>Abstraction layer</a:t>
          </a:r>
          <a:r>
            <a:rPr lang="en-US" dirty="0"/>
            <a:t> is your framework's core value. Page Objects wrap UI interactions, API clients wrap HTTP calls, Fixtures handle setup/teardown. Tests should never talk directly to Playwright — they talk to this layer. This is what makes tests maintainable when the UI changes.</a:t>
          </a:r>
        </a:p>
      </dgm:t>
    </dgm:pt>
    <dgm:pt modelId="{D34AAE27-53FF-4AC2-9A97-F82BD722E83E}" type="parTrans" cxnId="{C9A24C88-7DA7-45AC-9BBE-0DC72EE79D3E}">
      <dgm:prSet/>
      <dgm:spPr/>
      <dgm:t>
        <a:bodyPr/>
        <a:lstStyle/>
        <a:p>
          <a:endParaRPr lang="en-US"/>
        </a:p>
      </dgm:t>
    </dgm:pt>
    <dgm:pt modelId="{84622F11-F062-4110-9388-94AC6668C5BA}" type="sibTrans" cxnId="{C9A24C88-7DA7-45AC-9BBE-0DC72EE79D3E}">
      <dgm:prSet/>
      <dgm:spPr/>
      <dgm:t>
        <a:bodyPr/>
        <a:lstStyle/>
        <a:p>
          <a:endParaRPr lang="en-US"/>
        </a:p>
      </dgm:t>
    </dgm:pt>
    <dgm:pt modelId="{69E723DA-E7B8-4A98-8DB0-C7C95FF76EB7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b="1" dirty="0"/>
            <a:t>Core services</a:t>
          </a:r>
          <a:r>
            <a:rPr lang="en-US" dirty="0"/>
            <a:t> handle the cross-cutting concerns — test data factories, environment config, auth session reuse, and network interception/mocking. These are shared by every test regardless of type.</a:t>
          </a:r>
        </a:p>
      </dgm:t>
    </dgm:pt>
    <dgm:pt modelId="{3503A267-0E5A-4CF9-BE06-7A2C52368EBF}" type="parTrans" cxnId="{4CE874F5-663F-4842-A5D2-D650BA648933}">
      <dgm:prSet/>
      <dgm:spPr/>
      <dgm:t>
        <a:bodyPr/>
        <a:lstStyle/>
        <a:p>
          <a:endParaRPr lang="en-US"/>
        </a:p>
      </dgm:t>
    </dgm:pt>
    <dgm:pt modelId="{5F092BE7-8E66-45BD-B858-704AD60A170D}" type="sibTrans" cxnId="{4CE874F5-663F-4842-A5D2-D650BA648933}">
      <dgm:prSet/>
      <dgm:spPr/>
      <dgm:t>
        <a:bodyPr/>
        <a:lstStyle/>
        <a:p>
          <a:endParaRPr lang="en-US"/>
        </a:p>
      </dgm:t>
    </dgm:pt>
    <dgm:pt modelId="{83FA3BA3-560D-44F6-8F92-FC3290F9E439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b="1" dirty="0"/>
            <a:t>Playwright + AI engines</a:t>
          </a:r>
          <a:r>
            <a:rPr lang="en-US" dirty="0"/>
            <a:t> sit side by side. Coded Playwright handles your stable, deterministic flows. The AI agent engine (MCP + LLM) handles exploratory, self-healing, and natural-language-driven tests. They feed into the same reporting pipeline.</a:t>
          </a:r>
        </a:p>
      </dgm:t>
    </dgm:pt>
    <dgm:pt modelId="{FADA2CD1-9449-4789-9B09-25BA124228A5}" type="parTrans" cxnId="{5BAB8C38-56A0-4F4A-A9EC-714EF8290C7F}">
      <dgm:prSet/>
      <dgm:spPr/>
      <dgm:t>
        <a:bodyPr/>
        <a:lstStyle/>
        <a:p>
          <a:endParaRPr lang="en-US"/>
        </a:p>
      </dgm:t>
    </dgm:pt>
    <dgm:pt modelId="{76056DC5-5498-49DC-9186-5E3EFCE28D6C}" type="sibTrans" cxnId="{5BAB8C38-56A0-4F4A-A9EC-714EF8290C7F}">
      <dgm:prSet/>
      <dgm:spPr/>
      <dgm:t>
        <a:bodyPr/>
        <a:lstStyle/>
        <a:p>
          <a:endParaRPr lang="en-US"/>
        </a:p>
      </dgm:t>
    </dgm:pt>
    <dgm:pt modelId="{2D9C5935-20D8-452A-AA61-0B7577B98A78}" type="pres">
      <dgm:prSet presAssocID="{C46DBC81-9482-4789-B77A-A09D4A831CC7}" presName="root" presStyleCnt="0">
        <dgm:presLayoutVars>
          <dgm:dir/>
          <dgm:resizeHandles val="exact"/>
        </dgm:presLayoutVars>
      </dgm:prSet>
      <dgm:spPr/>
    </dgm:pt>
    <dgm:pt modelId="{E83D034B-382C-4E2F-B6B9-AC46A803702C}" type="pres">
      <dgm:prSet presAssocID="{A77E9977-6C8F-4C06-97D8-28388EB33D53}" presName="compNode" presStyleCnt="0"/>
      <dgm:spPr/>
    </dgm:pt>
    <dgm:pt modelId="{BB9F0D18-9E2C-4666-A4BA-9AE3281E1A02}" type="pres">
      <dgm:prSet presAssocID="{A77E9977-6C8F-4C06-97D8-28388EB33D5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FFEFD6D-5350-453C-AF38-07A08CE89A43}" type="pres">
      <dgm:prSet presAssocID="{A77E9977-6C8F-4C06-97D8-28388EB33D53}" presName="spaceRect" presStyleCnt="0"/>
      <dgm:spPr/>
    </dgm:pt>
    <dgm:pt modelId="{4D417BFA-0046-46B4-A542-9284FAD3EB40}" type="pres">
      <dgm:prSet presAssocID="{A77E9977-6C8F-4C06-97D8-28388EB33D53}" presName="textRect" presStyleLbl="revTx" presStyleIdx="0" presStyleCnt="4">
        <dgm:presLayoutVars>
          <dgm:chMax val="1"/>
          <dgm:chPref val="1"/>
        </dgm:presLayoutVars>
      </dgm:prSet>
      <dgm:spPr/>
    </dgm:pt>
    <dgm:pt modelId="{5940FED6-853B-4814-A903-E164F20224F1}" type="pres">
      <dgm:prSet presAssocID="{5AAB1708-774C-4735-9E7D-8DD5793DEAC8}" presName="sibTrans" presStyleCnt="0"/>
      <dgm:spPr/>
    </dgm:pt>
    <dgm:pt modelId="{60299B94-1363-4947-BDE7-F3444968731B}" type="pres">
      <dgm:prSet presAssocID="{8FD4B7C1-DFB1-462F-9723-41DA6540AFDC}" presName="compNode" presStyleCnt="0"/>
      <dgm:spPr/>
    </dgm:pt>
    <dgm:pt modelId="{A8FF8502-7B5F-4177-85C7-53F7ED70C0C7}" type="pres">
      <dgm:prSet presAssocID="{8FD4B7C1-DFB1-462F-9723-41DA6540AFD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0F372B5-93ED-4D88-A653-8FC6FF570274}" type="pres">
      <dgm:prSet presAssocID="{8FD4B7C1-DFB1-462F-9723-41DA6540AFDC}" presName="spaceRect" presStyleCnt="0"/>
      <dgm:spPr/>
    </dgm:pt>
    <dgm:pt modelId="{0EC1ACA9-397F-44E6-B2DC-4DDE38F42FE8}" type="pres">
      <dgm:prSet presAssocID="{8FD4B7C1-DFB1-462F-9723-41DA6540AFDC}" presName="textRect" presStyleLbl="revTx" presStyleIdx="1" presStyleCnt="4">
        <dgm:presLayoutVars>
          <dgm:chMax val="1"/>
          <dgm:chPref val="1"/>
        </dgm:presLayoutVars>
      </dgm:prSet>
      <dgm:spPr/>
    </dgm:pt>
    <dgm:pt modelId="{E72791E4-C811-44FD-A577-FCFDCBFE9AA9}" type="pres">
      <dgm:prSet presAssocID="{84622F11-F062-4110-9388-94AC6668C5BA}" presName="sibTrans" presStyleCnt="0"/>
      <dgm:spPr/>
    </dgm:pt>
    <dgm:pt modelId="{47BD0589-B4A0-460F-91DF-2BE04A7E7CEC}" type="pres">
      <dgm:prSet presAssocID="{69E723DA-E7B8-4A98-8DB0-C7C95FF76EB7}" presName="compNode" presStyleCnt="0"/>
      <dgm:spPr/>
    </dgm:pt>
    <dgm:pt modelId="{6E4D5EE7-BAD0-4F5D-8D90-8CA597E24C82}" type="pres">
      <dgm:prSet presAssocID="{69E723DA-E7B8-4A98-8DB0-C7C95FF76EB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FFB8E15-7E86-4EB8-9048-0AB06EEDA26D}" type="pres">
      <dgm:prSet presAssocID="{69E723DA-E7B8-4A98-8DB0-C7C95FF76EB7}" presName="spaceRect" presStyleCnt="0"/>
      <dgm:spPr/>
    </dgm:pt>
    <dgm:pt modelId="{8526B604-1E93-413F-A73C-33CB5068054B}" type="pres">
      <dgm:prSet presAssocID="{69E723DA-E7B8-4A98-8DB0-C7C95FF76EB7}" presName="textRect" presStyleLbl="revTx" presStyleIdx="2" presStyleCnt="4">
        <dgm:presLayoutVars>
          <dgm:chMax val="1"/>
          <dgm:chPref val="1"/>
        </dgm:presLayoutVars>
      </dgm:prSet>
      <dgm:spPr/>
    </dgm:pt>
    <dgm:pt modelId="{F202BBFE-8802-470D-AA30-98AD6C94A61E}" type="pres">
      <dgm:prSet presAssocID="{5F092BE7-8E66-45BD-B858-704AD60A170D}" presName="sibTrans" presStyleCnt="0"/>
      <dgm:spPr/>
    </dgm:pt>
    <dgm:pt modelId="{4F50D0C3-69F7-48C8-B27E-FB97F1E0C5E4}" type="pres">
      <dgm:prSet presAssocID="{83FA3BA3-560D-44F6-8F92-FC3290F9E439}" presName="compNode" presStyleCnt="0"/>
      <dgm:spPr/>
    </dgm:pt>
    <dgm:pt modelId="{3B00D66F-27BE-41E6-9C60-8BB43B98B2C7}" type="pres">
      <dgm:prSet presAssocID="{83FA3BA3-560D-44F6-8F92-FC3290F9E43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6867972-93DE-4104-ABDD-4F7177CE501D}" type="pres">
      <dgm:prSet presAssocID="{83FA3BA3-560D-44F6-8F92-FC3290F9E439}" presName="spaceRect" presStyleCnt="0"/>
      <dgm:spPr/>
    </dgm:pt>
    <dgm:pt modelId="{295CCB8C-3812-4F7E-A19F-ECE4DB158A6D}" type="pres">
      <dgm:prSet presAssocID="{83FA3BA3-560D-44F6-8F92-FC3290F9E4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BAB8C38-56A0-4F4A-A9EC-714EF8290C7F}" srcId="{C46DBC81-9482-4789-B77A-A09D4A831CC7}" destId="{83FA3BA3-560D-44F6-8F92-FC3290F9E439}" srcOrd="3" destOrd="0" parTransId="{FADA2CD1-9449-4789-9B09-25BA124228A5}" sibTransId="{76056DC5-5498-49DC-9186-5E3EFCE28D6C}"/>
    <dgm:cxn modelId="{AF214E3C-FBB8-42F6-973B-32EE327F4D04}" srcId="{C46DBC81-9482-4789-B77A-A09D4A831CC7}" destId="{A77E9977-6C8F-4C06-97D8-28388EB33D53}" srcOrd="0" destOrd="0" parTransId="{8C44752C-A13E-416A-AB40-3D9E30EF23C1}" sibTransId="{5AAB1708-774C-4735-9E7D-8DD5793DEAC8}"/>
    <dgm:cxn modelId="{60D4BA71-1D6C-4789-9669-14CB6CAA2D64}" type="presOf" srcId="{83FA3BA3-560D-44F6-8F92-FC3290F9E439}" destId="{295CCB8C-3812-4F7E-A19F-ECE4DB158A6D}" srcOrd="0" destOrd="0" presId="urn:microsoft.com/office/officeart/2018/2/layout/IconLabelList"/>
    <dgm:cxn modelId="{C9A24C88-7DA7-45AC-9BBE-0DC72EE79D3E}" srcId="{C46DBC81-9482-4789-B77A-A09D4A831CC7}" destId="{8FD4B7C1-DFB1-462F-9723-41DA6540AFDC}" srcOrd="1" destOrd="0" parTransId="{D34AAE27-53FF-4AC2-9A97-F82BD722E83E}" sibTransId="{84622F11-F062-4110-9388-94AC6668C5BA}"/>
    <dgm:cxn modelId="{EEE3D3A3-6115-44ED-B9D8-98421FBAC4F3}" type="presOf" srcId="{C46DBC81-9482-4789-B77A-A09D4A831CC7}" destId="{2D9C5935-20D8-452A-AA61-0B7577B98A78}" srcOrd="0" destOrd="0" presId="urn:microsoft.com/office/officeart/2018/2/layout/IconLabelList"/>
    <dgm:cxn modelId="{9FB33FA4-CC5C-47DF-930C-A9F71CC3C3E4}" type="presOf" srcId="{8FD4B7C1-DFB1-462F-9723-41DA6540AFDC}" destId="{0EC1ACA9-397F-44E6-B2DC-4DDE38F42FE8}" srcOrd="0" destOrd="0" presId="urn:microsoft.com/office/officeart/2018/2/layout/IconLabelList"/>
    <dgm:cxn modelId="{CBD1B5D9-2E47-4768-94FB-6ABDF31E5DCA}" type="presOf" srcId="{69E723DA-E7B8-4A98-8DB0-C7C95FF76EB7}" destId="{8526B604-1E93-413F-A73C-33CB5068054B}" srcOrd="0" destOrd="0" presId="urn:microsoft.com/office/officeart/2018/2/layout/IconLabelList"/>
    <dgm:cxn modelId="{4CE874F5-663F-4842-A5D2-D650BA648933}" srcId="{C46DBC81-9482-4789-B77A-A09D4A831CC7}" destId="{69E723DA-E7B8-4A98-8DB0-C7C95FF76EB7}" srcOrd="2" destOrd="0" parTransId="{3503A267-0E5A-4CF9-BE06-7A2C52368EBF}" sibTransId="{5F092BE7-8E66-45BD-B858-704AD60A170D}"/>
    <dgm:cxn modelId="{863D87FA-E4F7-4D17-878B-F0AA65A58996}" type="presOf" srcId="{A77E9977-6C8F-4C06-97D8-28388EB33D53}" destId="{4D417BFA-0046-46B4-A542-9284FAD3EB40}" srcOrd="0" destOrd="0" presId="urn:microsoft.com/office/officeart/2018/2/layout/IconLabelList"/>
    <dgm:cxn modelId="{5B4EA57F-67E1-4243-A0D1-7A10A9DBC6F4}" type="presParOf" srcId="{2D9C5935-20D8-452A-AA61-0B7577B98A78}" destId="{E83D034B-382C-4E2F-B6B9-AC46A803702C}" srcOrd="0" destOrd="0" presId="urn:microsoft.com/office/officeart/2018/2/layout/IconLabelList"/>
    <dgm:cxn modelId="{7F26A986-9F65-4657-BD72-3492D9EB5AF7}" type="presParOf" srcId="{E83D034B-382C-4E2F-B6B9-AC46A803702C}" destId="{BB9F0D18-9E2C-4666-A4BA-9AE3281E1A02}" srcOrd="0" destOrd="0" presId="urn:microsoft.com/office/officeart/2018/2/layout/IconLabelList"/>
    <dgm:cxn modelId="{AB15799E-D933-4198-91AB-E32B2385FB07}" type="presParOf" srcId="{E83D034B-382C-4E2F-B6B9-AC46A803702C}" destId="{2FFEFD6D-5350-453C-AF38-07A08CE89A43}" srcOrd="1" destOrd="0" presId="urn:microsoft.com/office/officeart/2018/2/layout/IconLabelList"/>
    <dgm:cxn modelId="{DFD65A9E-4076-4F33-B525-FCDEDC6BE182}" type="presParOf" srcId="{E83D034B-382C-4E2F-B6B9-AC46A803702C}" destId="{4D417BFA-0046-46B4-A542-9284FAD3EB40}" srcOrd="2" destOrd="0" presId="urn:microsoft.com/office/officeart/2018/2/layout/IconLabelList"/>
    <dgm:cxn modelId="{0ED8E653-49C8-43E3-950E-3BEDDEDFFB08}" type="presParOf" srcId="{2D9C5935-20D8-452A-AA61-0B7577B98A78}" destId="{5940FED6-853B-4814-A903-E164F20224F1}" srcOrd="1" destOrd="0" presId="urn:microsoft.com/office/officeart/2018/2/layout/IconLabelList"/>
    <dgm:cxn modelId="{6C8910E2-D8FF-4783-9256-A0BFD3209E88}" type="presParOf" srcId="{2D9C5935-20D8-452A-AA61-0B7577B98A78}" destId="{60299B94-1363-4947-BDE7-F3444968731B}" srcOrd="2" destOrd="0" presId="urn:microsoft.com/office/officeart/2018/2/layout/IconLabelList"/>
    <dgm:cxn modelId="{C6BA1961-E839-4861-85E0-445EA9FEC4BD}" type="presParOf" srcId="{60299B94-1363-4947-BDE7-F3444968731B}" destId="{A8FF8502-7B5F-4177-85C7-53F7ED70C0C7}" srcOrd="0" destOrd="0" presId="urn:microsoft.com/office/officeart/2018/2/layout/IconLabelList"/>
    <dgm:cxn modelId="{ED522A7E-A3A7-41EC-85F9-96B798215EAF}" type="presParOf" srcId="{60299B94-1363-4947-BDE7-F3444968731B}" destId="{10F372B5-93ED-4D88-A653-8FC6FF570274}" srcOrd="1" destOrd="0" presId="urn:microsoft.com/office/officeart/2018/2/layout/IconLabelList"/>
    <dgm:cxn modelId="{BA6F316E-E55B-4B41-8B53-3EA562201EDB}" type="presParOf" srcId="{60299B94-1363-4947-BDE7-F3444968731B}" destId="{0EC1ACA9-397F-44E6-B2DC-4DDE38F42FE8}" srcOrd="2" destOrd="0" presId="urn:microsoft.com/office/officeart/2018/2/layout/IconLabelList"/>
    <dgm:cxn modelId="{99C6197B-E914-44DC-A0DA-AEA0980EEA03}" type="presParOf" srcId="{2D9C5935-20D8-452A-AA61-0B7577B98A78}" destId="{E72791E4-C811-44FD-A577-FCFDCBFE9AA9}" srcOrd="3" destOrd="0" presId="urn:microsoft.com/office/officeart/2018/2/layout/IconLabelList"/>
    <dgm:cxn modelId="{C8C04A4F-E8CF-46BF-9F85-C4D6153B7480}" type="presParOf" srcId="{2D9C5935-20D8-452A-AA61-0B7577B98A78}" destId="{47BD0589-B4A0-460F-91DF-2BE04A7E7CEC}" srcOrd="4" destOrd="0" presId="urn:microsoft.com/office/officeart/2018/2/layout/IconLabelList"/>
    <dgm:cxn modelId="{20D9342F-5FCB-4BDC-A684-1F0682299EA4}" type="presParOf" srcId="{47BD0589-B4A0-460F-91DF-2BE04A7E7CEC}" destId="{6E4D5EE7-BAD0-4F5D-8D90-8CA597E24C82}" srcOrd="0" destOrd="0" presId="urn:microsoft.com/office/officeart/2018/2/layout/IconLabelList"/>
    <dgm:cxn modelId="{15C6C955-CCB2-4764-82F3-412D9D414730}" type="presParOf" srcId="{47BD0589-B4A0-460F-91DF-2BE04A7E7CEC}" destId="{1FFB8E15-7E86-4EB8-9048-0AB06EEDA26D}" srcOrd="1" destOrd="0" presId="urn:microsoft.com/office/officeart/2018/2/layout/IconLabelList"/>
    <dgm:cxn modelId="{83794564-F66B-4716-8AE9-63CC95BFC672}" type="presParOf" srcId="{47BD0589-B4A0-460F-91DF-2BE04A7E7CEC}" destId="{8526B604-1E93-413F-A73C-33CB5068054B}" srcOrd="2" destOrd="0" presId="urn:microsoft.com/office/officeart/2018/2/layout/IconLabelList"/>
    <dgm:cxn modelId="{9FB6239C-2E10-4253-AD81-AEECDC14058D}" type="presParOf" srcId="{2D9C5935-20D8-452A-AA61-0B7577B98A78}" destId="{F202BBFE-8802-470D-AA30-98AD6C94A61E}" srcOrd="5" destOrd="0" presId="urn:microsoft.com/office/officeart/2018/2/layout/IconLabelList"/>
    <dgm:cxn modelId="{BFE4B253-BBA4-4810-8793-EA20749B7338}" type="presParOf" srcId="{2D9C5935-20D8-452A-AA61-0B7577B98A78}" destId="{4F50D0C3-69F7-48C8-B27E-FB97F1E0C5E4}" srcOrd="6" destOrd="0" presId="urn:microsoft.com/office/officeart/2018/2/layout/IconLabelList"/>
    <dgm:cxn modelId="{DF1F9DC1-356D-4C44-A12C-DDAA9428C41F}" type="presParOf" srcId="{4F50D0C3-69F7-48C8-B27E-FB97F1E0C5E4}" destId="{3B00D66F-27BE-41E6-9C60-8BB43B98B2C7}" srcOrd="0" destOrd="0" presId="urn:microsoft.com/office/officeart/2018/2/layout/IconLabelList"/>
    <dgm:cxn modelId="{2BB002BA-BA5A-42CC-97E5-D34E01F35127}" type="presParOf" srcId="{4F50D0C3-69F7-48C8-B27E-FB97F1E0C5E4}" destId="{76867972-93DE-4104-ABDD-4F7177CE501D}" srcOrd="1" destOrd="0" presId="urn:microsoft.com/office/officeart/2018/2/layout/IconLabelList"/>
    <dgm:cxn modelId="{5292C519-EC2D-483B-8101-0148CFFB510E}" type="presParOf" srcId="{4F50D0C3-69F7-48C8-B27E-FB97F1E0C5E4}" destId="{295CCB8C-3812-4F7E-A19F-ECE4DB158A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6DBC81-9482-4789-B77A-A09D4A831CC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062F39-6F6E-4E9F-990A-FEBE2B6BB287}">
      <dgm:prSet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 b="1" dirty="0"/>
            <a:t>Reporting</a:t>
          </a:r>
          <a:r>
            <a:rPr lang="en-US" dirty="0"/>
            <a:t> gives your team visibility — Playwright trace viewer for debugging, Allure/HTML for stakeholders, video capture on failure, and flakiness tracking to keep the suite healthy.</a:t>
          </a:r>
        </a:p>
      </dgm:t>
    </dgm:pt>
    <dgm:pt modelId="{3CCF87B8-74C4-481B-BF6A-DB90F7394856}" type="parTrans" cxnId="{2BE8A674-BDA9-43F7-91B2-B7D3645F3A0F}">
      <dgm:prSet/>
      <dgm:spPr/>
      <dgm:t>
        <a:bodyPr/>
        <a:lstStyle/>
        <a:p>
          <a:endParaRPr lang="en-US"/>
        </a:p>
      </dgm:t>
    </dgm:pt>
    <dgm:pt modelId="{D88A1524-119C-4E77-AB5B-B6F61EFE3F0B}" type="sibTrans" cxnId="{2BE8A674-BDA9-43F7-91B2-B7D3645F3A0F}">
      <dgm:prSet/>
      <dgm:spPr/>
      <dgm:t>
        <a:bodyPr/>
        <a:lstStyle/>
        <a:p>
          <a:endParaRPr lang="en-US"/>
        </a:p>
      </dgm:t>
    </dgm:pt>
    <dgm:pt modelId="{FD9357F6-42EA-43F1-88BD-5EC5A8E3FD74}">
      <dgm:prSet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 b="1" dirty="0"/>
            <a:t>CI/CD</a:t>
          </a:r>
          <a:r>
            <a:rPr lang="en-US" dirty="0"/>
            <a:t> is the gate — fast smoke tests on every PR, full regression on merge, with parallel sharding to keep runtime reasonable.</a:t>
          </a:r>
        </a:p>
      </dgm:t>
    </dgm:pt>
    <dgm:pt modelId="{7E76785E-E505-449C-ADAD-FA8A56016178}" type="parTrans" cxnId="{366E043B-5808-4FF9-9BAE-DB6225663433}">
      <dgm:prSet/>
      <dgm:spPr/>
      <dgm:t>
        <a:bodyPr/>
        <a:lstStyle/>
        <a:p>
          <a:endParaRPr lang="en-US"/>
        </a:p>
      </dgm:t>
    </dgm:pt>
    <dgm:pt modelId="{EF2644E1-C27B-4922-ABDC-BC2319EF7EB8}" type="sibTrans" cxnId="{366E043B-5808-4FF9-9BAE-DB6225663433}">
      <dgm:prSet/>
      <dgm:spPr/>
      <dgm:t>
        <a:bodyPr/>
        <a:lstStyle/>
        <a:p>
          <a:endParaRPr lang="en-US"/>
        </a:p>
      </dgm:t>
    </dgm:pt>
    <dgm:pt modelId="{2D835801-419C-430F-AA50-B663B87F63FB}" type="pres">
      <dgm:prSet presAssocID="{C46DBC81-9482-4789-B77A-A09D4A831CC7}" presName="root" presStyleCnt="0">
        <dgm:presLayoutVars>
          <dgm:dir/>
          <dgm:resizeHandles val="exact"/>
        </dgm:presLayoutVars>
      </dgm:prSet>
      <dgm:spPr/>
    </dgm:pt>
    <dgm:pt modelId="{A9AD1225-AB8B-45E1-9B75-4CF0EBD9C0FC}" type="pres">
      <dgm:prSet presAssocID="{4C062F39-6F6E-4E9F-990A-FEBE2B6BB287}" presName="compNode" presStyleCnt="0"/>
      <dgm:spPr/>
    </dgm:pt>
    <dgm:pt modelId="{FE7595AF-DCF0-4589-8F23-356A5CEBA632}" type="pres">
      <dgm:prSet presAssocID="{4C062F39-6F6E-4E9F-990A-FEBE2B6BB287}" presName="iconBgRect" presStyleLbl="bgShp" presStyleIdx="0" presStyleCnt="2"/>
      <dgm:spPr/>
    </dgm:pt>
    <dgm:pt modelId="{1725C4BD-E79A-48AB-A724-45F302F3EF6D}" type="pres">
      <dgm:prSet presAssocID="{4C062F39-6F6E-4E9F-990A-FEBE2B6BB28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EC11F6A-3A05-4617-89DF-3951503C656D}" type="pres">
      <dgm:prSet presAssocID="{4C062F39-6F6E-4E9F-990A-FEBE2B6BB287}" presName="spaceRect" presStyleCnt="0"/>
      <dgm:spPr/>
    </dgm:pt>
    <dgm:pt modelId="{B1A947CB-F701-40DA-8D55-3017AA51282D}" type="pres">
      <dgm:prSet presAssocID="{4C062F39-6F6E-4E9F-990A-FEBE2B6BB287}" presName="textRect" presStyleLbl="revTx" presStyleIdx="0" presStyleCnt="2">
        <dgm:presLayoutVars>
          <dgm:chMax val="1"/>
          <dgm:chPref val="1"/>
        </dgm:presLayoutVars>
      </dgm:prSet>
      <dgm:spPr/>
    </dgm:pt>
    <dgm:pt modelId="{CA9216D6-F722-4993-A67C-9FE842E0072F}" type="pres">
      <dgm:prSet presAssocID="{D88A1524-119C-4E77-AB5B-B6F61EFE3F0B}" presName="sibTrans" presStyleCnt="0"/>
      <dgm:spPr/>
    </dgm:pt>
    <dgm:pt modelId="{726CC3E3-F7D0-474F-8166-F904AC060CB6}" type="pres">
      <dgm:prSet presAssocID="{FD9357F6-42EA-43F1-88BD-5EC5A8E3FD74}" presName="compNode" presStyleCnt="0"/>
      <dgm:spPr/>
    </dgm:pt>
    <dgm:pt modelId="{61EEC90F-E9A9-41D6-A9FC-FC924FD07168}" type="pres">
      <dgm:prSet presAssocID="{FD9357F6-42EA-43F1-88BD-5EC5A8E3FD74}" presName="iconBgRect" presStyleLbl="bgShp" presStyleIdx="1" presStyleCnt="2"/>
      <dgm:spPr/>
    </dgm:pt>
    <dgm:pt modelId="{30C6578D-1443-453C-9BFE-E21BD372436E}" type="pres">
      <dgm:prSet presAssocID="{FD9357F6-42EA-43F1-88BD-5EC5A8E3FD7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1FC63E2-89BB-434B-9200-9EAC7E0ACC90}" type="pres">
      <dgm:prSet presAssocID="{FD9357F6-42EA-43F1-88BD-5EC5A8E3FD74}" presName="spaceRect" presStyleCnt="0"/>
      <dgm:spPr/>
    </dgm:pt>
    <dgm:pt modelId="{D47C3F2A-301E-412B-A7F6-FFA7ECC8C254}" type="pres">
      <dgm:prSet presAssocID="{FD9357F6-42EA-43F1-88BD-5EC5A8E3FD7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4D58205-34B6-4F79-8B99-75DB29A56E8A}" type="presOf" srcId="{4C062F39-6F6E-4E9F-990A-FEBE2B6BB287}" destId="{B1A947CB-F701-40DA-8D55-3017AA51282D}" srcOrd="0" destOrd="0" presId="urn:microsoft.com/office/officeart/2018/5/layout/IconCircleLabelList"/>
    <dgm:cxn modelId="{366E043B-5808-4FF9-9BAE-DB6225663433}" srcId="{C46DBC81-9482-4789-B77A-A09D4A831CC7}" destId="{FD9357F6-42EA-43F1-88BD-5EC5A8E3FD74}" srcOrd="1" destOrd="0" parTransId="{7E76785E-E505-449C-ADAD-FA8A56016178}" sibTransId="{EF2644E1-C27B-4922-ABDC-BC2319EF7EB8}"/>
    <dgm:cxn modelId="{BBE03A43-C1BF-495F-8E91-3B3043F392FB}" type="presOf" srcId="{FD9357F6-42EA-43F1-88BD-5EC5A8E3FD74}" destId="{D47C3F2A-301E-412B-A7F6-FFA7ECC8C254}" srcOrd="0" destOrd="0" presId="urn:microsoft.com/office/officeart/2018/5/layout/IconCircleLabelList"/>
    <dgm:cxn modelId="{2BE8A674-BDA9-43F7-91B2-B7D3645F3A0F}" srcId="{C46DBC81-9482-4789-B77A-A09D4A831CC7}" destId="{4C062F39-6F6E-4E9F-990A-FEBE2B6BB287}" srcOrd="0" destOrd="0" parTransId="{3CCF87B8-74C4-481B-BF6A-DB90F7394856}" sibTransId="{D88A1524-119C-4E77-AB5B-B6F61EFE3F0B}"/>
    <dgm:cxn modelId="{84E3C6E8-705F-477B-A1F8-75F4E2F2F286}" type="presOf" srcId="{C46DBC81-9482-4789-B77A-A09D4A831CC7}" destId="{2D835801-419C-430F-AA50-B663B87F63FB}" srcOrd="0" destOrd="0" presId="urn:microsoft.com/office/officeart/2018/5/layout/IconCircleLabelList"/>
    <dgm:cxn modelId="{7A75970C-B205-407A-8991-FA289DF456DF}" type="presParOf" srcId="{2D835801-419C-430F-AA50-B663B87F63FB}" destId="{A9AD1225-AB8B-45E1-9B75-4CF0EBD9C0FC}" srcOrd="0" destOrd="0" presId="urn:microsoft.com/office/officeart/2018/5/layout/IconCircleLabelList"/>
    <dgm:cxn modelId="{CC492223-4CFA-4D6C-A4E8-B000DB172B87}" type="presParOf" srcId="{A9AD1225-AB8B-45E1-9B75-4CF0EBD9C0FC}" destId="{FE7595AF-DCF0-4589-8F23-356A5CEBA632}" srcOrd="0" destOrd="0" presId="urn:microsoft.com/office/officeart/2018/5/layout/IconCircleLabelList"/>
    <dgm:cxn modelId="{A8607612-CD51-470E-9096-F336A764A21A}" type="presParOf" srcId="{A9AD1225-AB8B-45E1-9B75-4CF0EBD9C0FC}" destId="{1725C4BD-E79A-48AB-A724-45F302F3EF6D}" srcOrd="1" destOrd="0" presId="urn:microsoft.com/office/officeart/2018/5/layout/IconCircleLabelList"/>
    <dgm:cxn modelId="{EC4C3BF4-8642-450B-ACC3-81F7278A48F0}" type="presParOf" srcId="{A9AD1225-AB8B-45E1-9B75-4CF0EBD9C0FC}" destId="{FEC11F6A-3A05-4617-89DF-3951503C656D}" srcOrd="2" destOrd="0" presId="urn:microsoft.com/office/officeart/2018/5/layout/IconCircleLabelList"/>
    <dgm:cxn modelId="{2746D5A8-8B24-4F02-9FC3-3E0896D78182}" type="presParOf" srcId="{A9AD1225-AB8B-45E1-9B75-4CF0EBD9C0FC}" destId="{B1A947CB-F701-40DA-8D55-3017AA51282D}" srcOrd="3" destOrd="0" presId="urn:microsoft.com/office/officeart/2018/5/layout/IconCircleLabelList"/>
    <dgm:cxn modelId="{2A90AAF6-7F69-4696-9136-752BE2A82DC7}" type="presParOf" srcId="{2D835801-419C-430F-AA50-B663B87F63FB}" destId="{CA9216D6-F722-4993-A67C-9FE842E0072F}" srcOrd="1" destOrd="0" presId="urn:microsoft.com/office/officeart/2018/5/layout/IconCircleLabelList"/>
    <dgm:cxn modelId="{90AC2A34-E98A-4694-86CA-369E903353EB}" type="presParOf" srcId="{2D835801-419C-430F-AA50-B663B87F63FB}" destId="{726CC3E3-F7D0-474F-8166-F904AC060CB6}" srcOrd="2" destOrd="0" presId="urn:microsoft.com/office/officeart/2018/5/layout/IconCircleLabelList"/>
    <dgm:cxn modelId="{74A080D5-0896-420D-B71B-AE0659757777}" type="presParOf" srcId="{726CC3E3-F7D0-474F-8166-F904AC060CB6}" destId="{61EEC90F-E9A9-41D6-A9FC-FC924FD07168}" srcOrd="0" destOrd="0" presId="urn:microsoft.com/office/officeart/2018/5/layout/IconCircleLabelList"/>
    <dgm:cxn modelId="{5B6AFB54-E7F9-4389-B560-F35D6EF7A562}" type="presParOf" srcId="{726CC3E3-F7D0-474F-8166-F904AC060CB6}" destId="{30C6578D-1443-453C-9BFE-E21BD372436E}" srcOrd="1" destOrd="0" presId="urn:microsoft.com/office/officeart/2018/5/layout/IconCircleLabelList"/>
    <dgm:cxn modelId="{064868AD-4511-4E6B-9543-E0C596BEB97D}" type="presParOf" srcId="{726CC3E3-F7D0-474F-8166-F904AC060CB6}" destId="{A1FC63E2-89BB-434B-9200-9EAC7E0ACC90}" srcOrd="2" destOrd="0" presId="urn:microsoft.com/office/officeart/2018/5/layout/IconCircleLabelList"/>
    <dgm:cxn modelId="{4688ACE4-AD96-41FB-A4BC-6212F2E9C3A8}" type="presParOf" srcId="{726CC3E3-F7D0-474F-8166-F904AC060CB6}" destId="{D47C3F2A-301E-412B-A7F6-FFA7ECC8C25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94C1D-B453-4516-A14F-B5684526F48D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54172-D773-48F5-B6EA-A2D2D7255E32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34B40-4F5A-44B6-8653-AEFC51A73384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Scope of Project: Migration only or we will implement new script on it?</a:t>
          </a:r>
        </a:p>
      </dsp:txBody>
      <dsp:txXfrm>
        <a:off x="93445" y="3018902"/>
        <a:ext cx="3206250" cy="720000"/>
      </dsp:txXfrm>
    </dsp:sp>
    <dsp:sp modelId="{ABC267C6-2C1B-47C4-9C06-9C32E9434A95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79260-30E2-4FAB-ABCC-943B6AC53114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F6A6A-B7AD-4CE3-BE84-520B9D70C537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What are you testing :  E2E, UI only ? </a:t>
          </a:r>
        </a:p>
      </dsp:txBody>
      <dsp:txXfrm>
        <a:off x="3860789" y="3018902"/>
        <a:ext cx="3206250" cy="720000"/>
      </dsp:txXfrm>
    </dsp:sp>
    <dsp:sp modelId="{D3F9CF5E-E734-4EFE-B7E6-612C2A272981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7BD93-10FB-4C15-9027-5023809B8EF7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C57C1-7FD4-445D-B59E-8F8EE5B014C7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Which tech stack: C# or Typescript ?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AB9BA-FD16-42DC-AADA-BFBBF3EE031F}">
      <dsp:nvSpPr>
        <dsp:cNvPr id="0" name=""/>
        <dsp:cNvSpPr/>
      </dsp:nvSpPr>
      <dsp:spPr>
        <a:xfrm>
          <a:off x="0" y="36727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Browser:  Multi-tab, multi-context, cross-browser</a:t>
          </a:r>
        </a:p>
      </dsp:txBody>
      <dsp:txXfrm>
        <a:off x="25188" y="61915"/>
        <a:ext cx="10465224" cy="465594"/>
      </dsp:txXfrm>
    </dsp:sp>
    <dsp:sp modelId="{A390F374-4CBE-4E5B-BDAD-1962D3E7EB65}">
      <dsp:nvSpPr>
        <dsp:cNvPr id="0" name=""/>
        <dsp:cNvSpPr/>
      </dsp:nvSpPr>
      <dsp:spPr>
        <a:xfrm>
          <a:off x="0" y="613177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Auth: Session reuse, cookies, OAuth</a:t>
          </a:r>
        </a:p>
      </dsp:txBody>
      <dsp:txXfrm>
        <a:off x="25188" y="638365"/>
        <a:ext cx="10465224" cy="465594"/>
      </dsp:txXfrm>
    </dsp:sp>
    <dsp:sp modelId="{C20B9F51-EEEA-472E-924C-C80C9503AE50}">
      <dsp:nvSpPr>
        <dsp:cNvPr id="0" name=""/>
        <dsp:cNvSpPr/>
      </dsp:nvSpPr>
      <dsp:spPr>
        <a:xfrm>
          <a:off x="0" y="1189627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Visual: Screenshots, video, regression, PDF</a:t>
          </a:r>
        </a:p>
      </dsp:txBody>
      <dsp:txXfrm>
        <a:off x="25188" y="1214815"/>
        <a:ext cx="10465224" cy="465594"/>
      </dsp:txXfrm>
    </dsp:sp>
    <dsp:sp modelId="{1D023857-9CA6-4BB5-B79E-06579E853C4F}">
      <dsp:nvSpPr>
        <dsp:cNvPr id="0" name=""/>
        <dsp:cNvSpPr/>
      </dsp:nvSpPr>
      <dsp:spPr>
        <a:xfrm>
          <a:off x="0" y="1766077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Debug: Trace viewer, console capture, </a:t>
          </a:r>
          <a:r>
            <a:rPr lang="en-US" sz="2100" kern="1200" dirty="0" err="1"/>
            <a:t>codegen</a:t>
          </a:r>
          <a:endParaRPr lang="en-US" sz="2100" kern="1200" dirty="0"/>
        </a:p>
      </dsp:txBody>
      <dsp:txXfrm>
        <a:off x="25188" y="1791265"/>
        <a:ext cx="10465224" cy="465594"/>
      </dsp:txXfrm>
    </dsp:sp>
    <dsp:sp modelId="{CAE02B49-3FB1-421E-90C1-093CA124054A}">
      <dsp:nvSpPr>
        <dsp:cNvPr id="0" name=""/>
        <dsp:cNvSpPr/>
      </dsp:nvSpPr>
      <dsp:spPr>
        <a:xfrm>
          <a:off x="0" y="2342527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Data: API calls, DB, file up/download</a:t>
          </a:r>
        </a:p>
      </dsp:txBody>
      <dsp:txXfrm>
        <a:off x="25188" y="2367715"/>
        <a:ext cx="10465224" cy="465594"/>
      </dsp:txXfrm>
    </dsp:sp>
    <dsp:sp modelId="{4166910D-62AB-4A45-B2C2-C3957B6C61D0}">
      <dsp:nvSpPr>
        <dsp:cNvPr id="0" name=""/>
        <dsp:cNvSpPr/>
      </dsp:nvSpPr>
      <dsp:spPr>
        <a:xfrm>
          <a:off x="0" y="2918977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MCP: browser control via accessibility tree or vision</a:t>
          </a:r>
        </a:p>
      </dsp:txBody>
      <dsp:txXfrm>
        <a:off x="25188" y="2944165"/>
        <a:ext cx="10465224" cy="465594"/>
      </dsp:txXfrm>
    </dsp:sp>
    <dsp:sp modelId="{643E0EB1-07B6-4CFF-A3B7-DE6772FA6EB2}">
      <dsp:nvSpPr>
        <dsp:cNvPr id="0" name=""/>
        <dsp:cNvSpPr/>
      </dsp:nvSpPr>
      <dsp:spPr>
        <a:xfrm>
          <a:off x="0" y="3495427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Agent: Claude </a:t>
          </a:r>
        </a:p>
      </dsp:txBody>
      <dsp:txXfrm>
        <a:off x="25188" y="3520615"/>
        <a:ext cx="10465224" cy="465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F0D18-9E2C-4666-A4BA-9AE3281E1A02}">
      <dsp:nvSpPr>
        <dsp:cNvPr id="0" name=""/>
        <dsp:cNvSpPr/>
      </dsp:nvSpPr>
      <dsp:spPr>
        <a:xfrm>
          <a:off x="365219" y="122321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17BFA-0046-46B4-A542-9284FAD3EB40}">
      <dsp:nvSpPr>
        <dsp:cNvPr id="0" name=""/>
        <dsp:cNvSpPr/>
      </dsp:nvSpPr>
      <dsp:spPr>
        <a:xfrm>
          <a:off x="737" y="2172982"/>
          <a:ext cx="1325390" cy="1405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Test layer</a:t>
          </a:r>
          <a:r>
            <a:rPr lang="en-US" sz="1100" kern="1200" dirty="0"/>
            <a:t> is what your team writes daily — E2E scripts, API tests, component tests, visual checks, and AI-driven exploratory tests. This should feel as simple as possible.</a:t>
          </a:r>
        </a:p>
      </dsp:txBody>
      <dsp:txXfrm>
        <a:off x="737" y="2172982"/>
        <a:ext cx="1325390" cy="1405121"/>
      </dsp:txXfrm>
    </dsp:sp>
    <dsp:sp modelId="{A8FF8502-7B5F-4177-85C7-53F7ED70C0C7}">
      <dsp:nvSpPr>
        <dsp:cNvPr id="0" name=""/>
        <dsp:cNvSpPr/>
      </dsp:nvSpPr>
      <dsp:spPr>
        <a:xfrm>
          <a:off x="1922553" y="122321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1ACA9-397F-44E6-B2DC-4DDE38F42FE8}">
      <dsp:nvSpPr>
        <dsp:cNvPr id="0" name=""/>
        <dsp:cNvSpPr/>
      </dsp:nvSpPr>
      <dsp:spPr>
        <a:xfrm>
          <a:off x="1558071" y="2172982"/>
          <a:ext cx="1325390" cy="1405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Abstraction layer</a:t>
          </a:r>
          <a:r>
            <a:rPr lang="en-US" sz="1100" kern="1200" dirty="0"/>
            <a:t> is your framework's core value. Page Objects wrap UI interactions, API clients wrap HTTP calls, Fixtures handle setup/teardown. Tests should never talk directly to Playwright — they talk to this layer. This is what makes tests maintainable when the UI changes.</a:t>
          </a:r>
        </a:p>
      </dsp:txBody>
      <dsp:txXfrm>
        <a:off x="1558071" y="2172982"/>
        <a:ext cx="1325390" cy="1405121"/>
      </dsp:txXfrm>
    </dsp:sp>
    <dsp:sp modelId="{6E4D5EE7-BAD0-4F5D-8D90-8CA597E24C82}">
      <dsp:nvSpPr>
        <dsp:cNvPr id="0" name=""/>
        <dsp:cNvSpPr/>
      </dsp:nvSpPr>
      <dsp:spPr>
        <a:xfrm>
          <a:off x="3479887" y="122321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6B604-1E93-413F-A73C-33CB5068054B}">
      <dsp:nvSpPr>
        <dsp:cNvPr id="0" name=""/>
        <dsp:cNvSpPr/>
      </dsp:nvSpPr>
      <dsp:spPr>
        <a:xfrm>
          <a:off x="3115405" y="2172982"/>
          <a:ext cx="1325390" cy="1405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Core services</a:t>
          </a:r>
          <a:r>
            <a:rPr lang="en-US" sz="1100" kern="1200" dirty="0"/>
            <a:t> handle the cross-cutting concerns — test data factories, environment config, auth session reuse, and network interception/mocking. These are shared by every test regardless of type.</a:t>
          </a:r>
        </a:p>
      </dsp:txBody>
      <dsp:txXfrm>
        <a:off x="3115405" y="2172982"/>
        <a:ext cx="1325390" cy="1405121"/>
      </dsp:txXfrm>
    </dsp:sp>
    <dsp:sp modelId="{3B00D66F-27BE-41E6-9C60-8BB43B98B2C7}">
      <dsp:nvSpPr>
        <dsp:cNvPr id="0" name=""/>
        <dsp:cNvSpPr/>
      </dsp:nvSpPr>
      <dsp:spPr>
        <a:xfrm>
          <a:off x="5037221" y="1223210"/>
          <a:ext cx="596425" cy="5964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CCB8C-3812-4F7E-A19F-ECE4DB158A6D}">
      <dsp:nvSpPr>
        <dsp:cNvPr id="0" name=""/>
        <dsp:cNvSpPr/>
      </dsp:nvSpPr>
      <dsp:spPr>
        <a:xfrm>
          <a:off x="4672739" y="2172982"/>
          <a:ext cx="1325390" cy="1405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Playwright + AI engines</a:t>
          </a:r>
          <a:r>
            <a:rPr lang="en-US" sz="1100" kern="1200" dirty="0"/>
            <a:t> sit side by side. Coded Playwright handles your stable, deterministic flows. The AI agent engine (MCP + LLM) handles exploratory, self-healing, and natural-language-driven tests. They feed into the same reporting pipeline.</a:t>
          </a:r>
        </a:p>
      </dsp:txBody>
      <dsp:txXfrm>
        <a:off x="4672739" y="2172982"/>
        <a:ext cx="1325390" cy="14051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595AF-DCF0-4589-8F23-356A5CEBA632}">
      <dsp:nvSpPr>
        <dsp:cNvPr id="0" name=""/>
        <dsp:cNvSpPr/>
      </dsp:nvSpPr>
      <dsp:spPr>
        <a:xfrm>
          <a:off x="498735" y="1137891"/>
          <a:ext cx="1372500" cy="1372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5C4BD-E79A-48AB-A724-45F302F3EF6D}">
      <dsp:nvSpPr>
        <dsp:cNvPr id="0" name=""/>
        <dsp:cNvSpPr/>
      </dsp:nvSpPr>
      <dsp:spPr>
        <a:xfrm>
          <a:off x="791235" y="1430391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947CB-F701-40DA-8D55-3017AA51282D}">
      <dsp:nvSpPr>
        <dsp:cNvPr id="0" name=""/>
        <dsp:cNvSpPr/>
      </dsp:nvSpPr>
      <dsp:spPr>
        <a:xfrm>
          <a:off x="59985" y="2937891"/>
          <a:ext cx="2250000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Reporting</a:t>
          </a:r>
          <a:r>
            <a:rPr lang="en-US" sz="1100" kern="1200" dirty="0"/>
            <a:t> gives your team visibility — Playwright trace viewer for debugging, Allure/HTML for stakeholders, video capture on failure, and flakiness tracking to keep the suite healthy.</a:t>
          </a:r>
        </a:p>
      </dsp:txBody>
      <dsp:txXfrm>
        <a:off x="59985" y="2937891"/>
        <a:ext cx="2250000" cy="1215000"/>
      </dsp:txXfrm>
    </dsp:sp>
    <dsp:sp modelId="{61EEC90F-E9A9-41D6-A9FC-FC924FD07168}">
      <dsp:nvSpPr>
        <dsp:cNvPr id="0" name=""/>
        <dsp:cNvSpPr/>
      </dsp:nvSpPr>
      <dsp:spPr>
        <a:xfrm>
          <a:off x="3142485" y="1137891"/>
          <a:ext cx="1372500" cy="1372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6578D-1443-453C-9BFE-E21BD372436E}">
      <dsp:nvSpPr>
        <dsp:cNvPr id="0" name=""/>
        <dsp:cNvSpPr/>
      </dsp:nvSpPr>
      <dsp:spPr>
        <a:xfrm>
          <a:off x="3434985" y="1430391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C3F2A-301E-412B-A7F6-FFA7ECC8C254}">
      <dsp:nvSpPr>
        <dsp:cNvPr id="0" name=""/>
        <dsp:cNvSpPr/>
      </dsp:nvSpPr>
      <dsp:spPr>
        <a:xfrm>
          <a:off x="2703735" y="2937891"/>
          <a:ext cx="2250000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CI/CD</a:t>
          </a:r>
          <a:r>
            <a:rPr lang="en-US" sz="1100" kern="1200" dirty="0"/>
            <a:t> is the gate — fast smoke tests on every PR, full regression on merge, with parallel sharding to keep runtime reasonable.</a:t>
          </a:r>
        </a:p>
      </dsp:txBody>
      <dsp:txXfrm>
        <a:off x="2703735" y="2937891"/>
        <a:ext cx="2250000" cy="121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26D73-386D-496D-B834-02634E3AB28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793A6-6800-4F53-AD9C-50D450B1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25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793A6-6800-4F53-AD9C-50D450B194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2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0947-252F-B3C2-C2EA-7F6744C82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C93CD-E49F-4AA3-FF9B-ED1EAE5C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3F5EF-73B7-BB87-881D-10C98838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22649-4449-C914-6E57-941E1F73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41AA5-A0BC-C729-B4ED-DFA3E4E3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5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0189-5447-32C1-F041-F372BBF1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B0B62-6125-1323-3657-3EF643A6C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77AFB-FDC2-E022-C6F4-C820EB8B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EA4E1-1C8F-3A9A-260B-208F36934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AE0E6-D45E-4DF7-513A-F93F31D1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2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A7D6-E779-2596-292C-75FECAA1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07B02-3AAA-2344-512C-F888C192F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679-FA2C-A2FD-D1BE-27EE02A9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C99D3-2EAB-1CCC-2BA4-B5197305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0218-BAAC-E559-7E63-00EE6173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9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B212-5CA5-51F0-906F-1F71EE09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DA35F-3D16-47FA-CE4A-1F5DFE8EF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272DE-9291-0F9D-F83C-18F135951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7FDBE-E306-7675-F83C-6CEF199B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DB766-D0B6-6667-5942-5AFCD2C0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5C50F-9BE5-306D-A256-98A5D0E7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9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CA61-5072-B4BD-111D-CA703C5F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32F05-6EAA-43AD-BE82-267C9E8A8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5387F-0DCB-BD8D-8898-133FC80B7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8305F-15F6-6B0A-6DF4-6036B80B9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0D9F9-3E3F-02D2-CAF3-A4FDE9E3E6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BDCA9-AABB-A52E-41E0-007E0370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133B0-029A-191E-786D-3194991D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94933-F599-DDAB-4D31-BC0E8A5A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7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EFC4-C469-CBAB-98A3-CD9F83AE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0B794-6902-88A8-28B8-41C27298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982B9-FA2D-1F10-C12E-1A1015C3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8DF00-0D71-E4FE-1FF3-682E134D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2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66D3C-4402-6F7B-E0D9-6D5B9437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BE02B-E7DA-5753-AB22-F22A046B4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545EC-0D08-FC74-05A3-2A3638FC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1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0FE8-B6BE-DF5C-F95A-45E542D22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F260-686A-81F9-E7F7-26BD6DAB3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3B201-0B55-7B68-64DC-79CAAE293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407E5-EA22-F1A3-D086-60E6571E7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D7975-BA55-F740-719E-ABD61CE1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6E0BC-9801-F78F-FEE3-E6F4ADFC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5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A80B-C212-D22B-4590-C63ADFAA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BD73F-B8C2-2BCC-D1BD-3FBAF2E3A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E2260-BED2-116E-EF34-C176780F3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FE03B-DB4C-E71D-9B23-70D511B8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88CA7-3835-0C6A-5ACC-970EC7FA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F23D8-56B8-81B8-3D8E-70402150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1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E9A1-AA5C-2126-8C43-5F548F0C7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DDFA5-579A-40B0-474E-72EB4FF4B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D99A-A81A-5193-C56B-5386C71E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6828-1B0A-B76F-C1CA-C17B7720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4A5E8-473B-3068-8E6C-A8748892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54731-5A10-2723-F330-A175E33A4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365EF-02CC-050D-AAA8-CFCA194B3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EAA70-EF70-9DA1-A9B3-C1E7A093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A3484-B706-B047-E8D4-2DE50D52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1B191-BC95-2F23-72BB-A03A646C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88BD3B-0320-4142-F9A2-D0BF062E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2A0C2-E449-74B8-F31B-AC2911CCE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2AF0F-8CC0-B2F2-E245-84A792968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558B9-1EC6-4C80-BBAD-5081F31E3F9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04A5E-37F1-2906-5C39-5D91D6AEA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F54DA-75EB-AAD0-BF54-9BCE715B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62C4B-FA4D-4DC8-B893-8F3C88319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9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875D-1FAD-8BFC-DF63-393B27A8A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369" y="1122363"/>
            <a:ext cx="10003631" cy="2387600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accent2"/>
                </a:solidFill>
              </a:rPr>
              <a:t>Build a testing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035E-E2AE-0F48-0307-94352C39B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1106" y="4616451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>
                    <a:lumMod val="95000"/>
                  </a:schemeClr>
                </a:solidFill>
              </a:rPr>
              <a:t>What should we care</a:t>
            </a:r>
          </a:p>
        </p:txBody>
      </p:sp>
    </p:spTree>
    <p:extLst>
      <p:ext uri="{BB962C8B-B14F-4D97-AF65-F5344CB8AC3E}">
        <p14:creationId xmlns:p14="http://schemas.microsoft.com/office/powerpoint/2010/main" val="569692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F522C-E993-5163-777C-8A213AAD1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14" y="5033962"/>
            <a:ext cx="11248774" cy="139197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What are you thinking about ?</a:t>
            </a:r>
            <a:endParaRPr lang="en-US" sz="66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80EAD3-E8A4-15C3-7BB5-2E3E4F322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59" y="559990"/>
            <a:ext cx="4362450" cy="58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Migrate legacy test 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34F1DF-C06F-54EE-D892-524B8ECD6438}"/>
              </a:ext>
            </a:extLst>
          </p:cNvPr>
          <p:cNvSpPr txBox="1">
            <a:spLocks/>
          </p:cNvSpPr>
          <p:nvPr/>
        </p:nvSpPr>
        <p:spPr>
          <a:xfrm>
            <a:off x="1550196" y="2176463"/>
            <a:ext cx="7029447" cy="6151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Will we create new testing script on it?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C2CB52-59A3-826F-8019-7047F7A602BD}"/>
              </a:ext>
            </a:extLst>
          </p:cNvPr>
          <p:cNvSpPr txBox="1">
            <a:spLocks/>
          </p:cNvSpPr>
          <p:nvPr/>
        </p:nvSpPr>
        <p:spPr>
          <a:xfrm>
            <a:off x="6707983" y="854472"/>
            <a:ext cx="3695700" cy="61515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we apply AI to migration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C0BF0D-5D9B-31A6-7CD3-AF88BAECAAF2}"/>
              </a:ext>
            </a:extLst>
          </p:cNvPr>
          <p:cNvSpPr txBox="1">
            <a:spLocks/>
          </p:cNvSpPr>
          <p:nvPr/>
        </p:nvSpPr>
        <p:spPr>
          <a:xfrm>
            <a:off x="6967537" y="3564333"/>
            <a:ext cx="4733927" cy="61515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Will we apply data preparation for it? 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794625E-67BF-F4A5-5477-AE792DE95BAC}"/>
              </a:ext>
            </a:extLst>
          </p:cNvPr>
          <p:cNvSpPr txBox="1">
            <a:spLocks/>
          </p:cNvSpPr>
          <p:nvPr/>
        </p:nvSpPr>
        <p:spPr>
          <a:xfrm>
            <a:off x="1635919" y="4127402"/>
            <a:ext cx="3695700" cy="6151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Using feature file or not?</a:t>
            </a:r>
          </a:p>
        </p:txBody>
      </p:sp>
    </p:spTree>
    <p:extLst>
      <p:ext uri="{BB962C8B-B14F-4D97-AF65-F5344CB8AC3E}">
        <p14:creationId xmlns:p14="http://schemas.microsoft.com/office/powerpoint/2010/main" val="139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34A5C-FFF0-D294-D497-AE5F1F57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 think about it step by step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6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1CF81-2E5A-1A37-5DC7-3968C046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Define Our Goals First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8DC3CB-E12B-F02A-C705-686D31094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65056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666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3D95-B752-0B75-E8CD-3CE81B124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07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Choose the right tool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04A6FC8-3807-1EBD-8405-7F2AE8238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6589"/>
              </p:ext>
            </p:extLst>
          </p:nvPr>
        </p:nvGraphicFramePr>
        <p:xfrm>
          <a:off x="838200" y="2128837"/>
          <a:ext cx="10515600" cy="4048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3B9CCD15-35A3-D9F5-DEE6-AFBB1B78F880}"/>
              </a:ext>
            </a:extLst>
          </p:cNvPr>
          <p:cNvSpPr txBox="1">
            <a:spLocks/>
          </p:cNvSpPr>
          <p:nvPr/>
        </p:nvSpPr>
        <p:spPr>
          <a:xfrm>
            <a:off x="747712" y="1403350"/>
            <a:ext cx="10515600" cy="839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Playwright’s capabilities that match with our project: </a:t>
            </a:r>
          </a:p>
        </p:txBody>
      </p:sp>
    </p:spTree>
    <p:extLst>
      <p:ext uri="{BB962C8B-B14F-4D97-AF65-F5344CB8AC3E}">
        <p14:creationId xmlns:p14="http://schemas.microsoft.com/office/powerpoint/2010/main" val="322341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EAEE-0998-D595-9708-73C81447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619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Do it the right way 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3B2FA-E265-0FF5-73AA-B9A3AC5A3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391" y="1511738"/>
            <a:ext cx="5336875" cy="4674750"/>
          </a:xfrm>
          <a:prstGeom prst="rect">
            <a:avLst/>
          </a:prstGeom>
        </p:spPr>
      </p:pic>
      <p:graphicFrame>
        <p:nvGraphicFramePr>
          <p:cNvPr id="10" name="TextBox 6">
            <a:extLst>
              <a:ext uri="{FF2B5EF4-FFF2-40B4-BE49-F238E27FC236}">
                <a16:creationId xmlns:a16="http://schemas.microsoft.com/office/drawing/2014/main" id="{FA25D513-8B58-D4E8-9AA5-867FC8A664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7977366"/>
              </p:ext>
            </p:extLst>
          </p:nvPr>
        </p:nvGraphicFramePr>
        <p:xfrm>
          <a:off x="6094810" y="483038"/>
          <a:ext cx="5998867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7209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D9EF-F473-B66E-921F-8F18B609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919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Do it the right way 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Architecture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74C044-EE6B-84F6-EACE-BEBDC9AF2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90" y="1700806"/>
            <a:ext cx="5579269" cy="2886478"/>
          </a:xfrm>
          <a:prstGeom prst="rect">
            <a:avLst/>
          </a:prstGeom>
        </p:spPr>
      </p:pic>
      <p:graphicFrame>
        <p:nvGraphicFramePr>
          <p:cNvPr id="10" name="TextBox 6">
            <a:extLst>
              <a:ext uri="{FF2B5EF4-FFF2-40B4-BE49-F238E27FC236}">
                <a16:creationId xmlns:a16="http://schemas.microsoft.com/office/drawing/2014/main" id="{58F4E1DF-4B2C-6DEC-C901-2DE18C9207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1787761"/>
              </p:ext>
            </p:extLst>
          </p:nvPr>
        </p:nvGraphicFramePr>
        <p:xfrm>
          <a:off x="6566298" y="802839"/>
          <a:ext cx="5013721" cy="5290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131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AB73F1-204F-4E3A-FD11-E5689632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5185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Do it the right way 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Key design principles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B744C-F4A1-6D07-51B7-B88BA764D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05" y="1583188"/>
            <a:ext cx="7487170" cy="502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5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6040-B929-A963-2B0D-A8428CBD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CI/CD Integration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C20C01-1587-0CD1-4564-FF17D9F95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06" y="1086866"/>
            <a:ext cx="5974408" cy="55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92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2832</TotalTime>
  <Words>407</Words>
  <Application>Microsoft Office PowerPoint</Application>
  <PresentationFormat>Widescreen</PresentationFormat>
  <Paragraphs>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Neue Haas Grotesk Text Pro</vt:lpstr>
      <vt:lpstr>Office Theme</vt:lpstr>
      <vt:lpstr>Build a testing framework</vt:lpstr>
      <vt:lpstr>What are you thinking about ?</vt:lpstr>
      <vt:lpstr>Let think about it step by step </vt:lpstr>
      <vt:lpstr>Define Our Goals First</vt:lpstr>
      <vt:lpstr>Choose the right tool </vt:lpstr>
      <vt:lpstr>Do it the right way  Architecture</vt:lpstr>
      <vt:lpstr>Do it the right way  Architecture</vt:lpstr>
      <vt:lpstr>Do it the right way  Key design principles</vt:lpstr>
      <vt:lpstr>CI/CD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Thu Huong</dc:creator>
  <cp:lastModifiedBy>Nguyen Thu Huong</cp:lastModifiedBy>
  <cp:revision>4</cp:revision>
  <dcterms:created xsi:type="dcterms:W3CDTF">2026-04-14T07:15:04Z</dcterms:created>
  <dcterms:modified xsi:type="dcterms:W3CDTF">2026-04-16T06:27:50Z</dcterms:modified>
</cp:coreProperties>
</file>